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95" r:id="rId1"/>
  </p:sldMasterIdLst>
  <p:notesMasterIdLst>
    <p:notesMasterId r:id="rId3"/>
  </p:notesMasterIdLst>
  <p:sldIdLst>
    <p:sldId id="567" r:id="rId2"/>
  </p:sldIdLst>
  <p:sldSz cx="14712950" cy="9521825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, Yuanyuan" initials="ZY" lastIdx="1" clrIdx="0">
    <p:extLst>
      <p:ext uri="{19B8F6BF-5375-455C-9EA6-DF929625EA0E}">
        <p15:presenceInfo xmlns:p15="http://schemas.microsoft.com/office/powerpoint/2012/main" userId="S::yz8620@ic.ac.uk::f9116fea-3e58-421d-893a-e0ed7012a8d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3B0B"/>
    <a:srgbClr val="FBE5D6"/>
    <a:srgbClr val="BF9001"/>
    <a:srgbClr val="C75A11"/>
    <a:srgbClr val="C65A11"/>
    <a:srgbClr val="767171"/>
    <a:srgbClr val="385723"/>
    <a:srgbClr val="7997CC"/>
    <a:srgbClr val="D7BF7E"/>
    <a:srgbClr val="FAE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72" autoAdjust="0"/>
    <p:restoredTop sz="97030"/>
  </p:normalViewPr>
  <p:slideViewPr>
    <p:cSldViewPr snapToGrid="0">
      <p:cViewPr>
        <p:scale>
          <a:sx n="72" d="100"/>
          <a:sy n="72" d="100"/>
        </p:scale>
        <p:origin x="44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82650" y="1279525"/>
            <a:ext cx="53371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55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10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66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221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276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331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386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441" algn="l" defTabSz="9141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44145-5723-A812-E8DB-1D3A8907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22BF35-76B8-01B3-9CDB-1A1407667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2650" y="1279525"/>
            <a:ext cx="5337175" cy="34544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1525C2-1F23-1FBB-0CDE-D51BD8B6946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Already</a:t>
            </a:r>
            <a:r>
              <a:rPr lang="zh-CN" altLang="en-US" dirty="0"/>
              <a:t> </a:t>
            </a:r>
            <a:r>
              <a:rPr lang="en-US" altLang="zh-CN" dirty="0"/>
              <a:t>graduated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degree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November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5932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3471" y="1558318"/>
            <a:ext cx="12506008" cy="3315006"/>
          </a:xfrm>
        </p:spPr>
        <p:txBody>
          <a:bodyPr anchor="b"/>
          <a:lstStyle>
            <a:lvl1pPr algn="ctr">
              <a:defRPr sz="83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9119" y="5001163"/>
            <a:ext cx="11034713" cy="2298903"/>
          </a:xfrm>
        </p:spPr>
        <p:txBody>
          <a:bodyPr/>
          <a:lstStyle>
            <a:lvl1pPr marL="0" indent="0" algn="ctr">
              <a:buNone/>
              <a:defRPr sz="3332"/>
            </a:lvl1pPr>
            <a:lvl2pPr marL="634776" indent="0" algn="ctr">
              <a:buNone/>
              <a:defRPr sz="2777"/>
            </a:lvl2pPr>
            <a:lvl3pPr marL="1269553" indent="0" algn="ctr">
              <a:buNone/>
              <a:defRPr sz="2499"/>
            </a:lvl3pPr>
            <a:lvl4pPr marL="1904329" indent="0" algn="ctr">
              <a:buNone/>
              <a:defRPr sz="2221"/>
            </a:lvl4pPr>
            <a:lvl5pPr marL="2539106" indent="0" algn="ctr">
              <a:buNone/>
              <a:defRPr sz="2221"/>
            </a:lvl5pPr>
            <a:lvl6pPr marL="3173882" indent="0" algn="ctr">
              <a:buNone/>
              <a:defRPr sz="2221"/>
            </a:lvl6pPr>
            <a:lvl7pPr marL="3808659" indent="0" algn="ctr">
              <a:buNone/>
              <a:defRPr sz="2221"/>
            </a:lvl7pPr>
            <a:lvl8pPr marL="4443435" indent="0" algn="ctr">
              <a:buNone/>
              <a:defRPr sz="2221"/>
            </a:lvl8pPr>
            <a:lvl9pPr marL="5078212" indent="0" algn="ctr">
              <a:buNone/>
              <a:defRPr sz="222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76897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562240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853" y="2373847"/>
            <a:ext cx="12689919" cy="3960814"/>
          </a:xfrm>
        </p:spPr>
        <p:txBody>
          <a:bodyPr anchor="b"/>
          <a:lstStyle>
            <a:lvl1pPr>
              <a:defRPr sz="83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853" y="6372131"/>
            <a:ext cx="12689919" cy="2082899"/>
          </a:xfrm>
        </p:spPr>
        <p:txBody>
          <a:bodyPr/>
          <a:lstStyle>
            <a:lvl1pPr marL="0" indent="0">
              <a:buNone/>
              <a:defRPr sz="3332">
                <a:solidFill>
                  <a:schemeClr val="tx1"/>
                </a:solidFill>
              </a:defRPr>
            </a:lvl1pPr>
            <a:lvl2pPr marL="634776" indent="0">
              <a:buNone/>
              <a:defRPr sz="2777">
                <a:solidFill>
                  <a:schemeClr val="tx1">
                    <a:tint val="75000"/>
                  </a:schemeClr>
                </a:solidFill>
              </a:defRPr>
            </a:lvl2pPr>
            <a:lvl3pPr marL="1269553" indent="0">
              <a:buNone/>
              <a:defRPr sz="2499">
                <a:solidFill>
                  <a:schemeClr val="tx1">
                    <a:tint val="75000"/>
                  </a:schemeClr>
                </a:solidFill>
              </a:defRPr>
            </a:lvl3pPr>
            <a:lvl4pPr marL="1904329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4pPr>
            <a:lvl5pPr marL="2539106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5pPr>
            <a:lvl6pPr marL="3173882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6pPr>
            <a:lvl7pPr marL="3808659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7pPr>
            <a:lvl8pPr marL="4443435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8pPr>
            <a:lvl9pPr marL="5078212" indent="0">
              <a:buNone/>
              <a:defRPr sz="222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70928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1515" y="2534745"/>
            <a:ext cx="6253004" cy="6041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8431" y="2534745"/>
            <a:ext cx="6253004" cy="6041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06198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32" y="506951"/>
            <a:ext cx="12689919" cy="18404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433" y="2334170"/>
            <a:ext cx="6224267" cy="1143941"/>
          </a:xfrm>
        </p:spPr>
        <p:txBody>
          <a:bodyPr anchor="b"/>
          <a:lstStyle>
            <a:lvl1pPr marL="0" indent="0">
              <a:buNone/>
              <a:defRPr sz="3332" b="1"/>
            </a:lvl1pPr>
            <a:lvl2pPr marL="634776" indent="0">
              <a:buNone/>
              <a:defRPr sz="2777" b="1"/>
            </a:lvl2pPr>
            <a:lvl3pPr marL="1269553" indent="0">
              <a:buNone/>
              <a:defRPr sz="2499" b="1"/>
            </a:lvl3pPr>
            <a:lvl4pPr marL="1904329" indent="0">
              <a:buNone/>
              <a:defRPr sz="2221" b="1"/>
            </a:lvl4pPr>
            <a:lvl5pPr marL="2539106" indent="0">
              <a:buNone/>
              <a:defRPr sz="2221" b="1"/>
            </a:lvl5pPr>
            <a:lvl6pPr marL="3173882" indent="0">
              <a:buNone/>
              <a:defRPr sz="2221" b="1"/>
            </a:lvl6pPr>
            <a:lvl7pPr marL="3808659" indent="0">
              <a:buNone/>
              <a:defRPr sz="2221" b="1"/>
            </a:lvl7pPr>
            <a:lvl8pPr marL="4443435" indent="0">
              <a:buNone/>
              <a:defRPr sz="2221" b="1"/>
            </a:lvl8pPr>
            <a:lvl9pPr marL="5078212" indent="0">
              <a:buNone/>
              <a:defRPr sz="22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433" y="3478111"/>
            <a:ext cx="6224267" cy="51157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48432" y="2334170"/>
            <a:ext cx="6254920" cy="1143941"/>
          </a:xfrm>
        </p:spPr>
        <p:txBody>
          <a:bodyPr anchor="b"/>
          <a:lstStyle>
            <a:lvl1pPr marL="0" indent="0">
              <a:buNone/>
              <a:defRPr sz="3332" b="1"/>
            </a:lvl1pPr>
            <a:lvl2pPr marL="634776" indent="0">
              <a:buNone/>
              <a:defRPr sz="2777" b="1"/>
            </a:lvl2pPr>
            <a:lvl3pPr marL="1269553" indent="0">
              <a:buNone/>
              <a:defRPr sz="2499" b="1"/>
            </a:lvl3pPr>
            <a:lvl4pPr marL="1904329" indent="0">
              <a:buNone/>
              <a:defRPr sz="2221" b="1"/>
            </a:lvl4pPr>
            <a:lvl5pPr marL="2539106" indent="0">
              <a:buNone/>
              <a:defRPr sz="2221" b="1"/>
            </a:lvl5pPr>
            <a:lvl6pPr marL="3173882" indent="0">
              <a:buNone/>
              <a:defRPr sz="2221" b="1"/>
            </a:lvl6pPr>
            <a:lvl7pPr marL="3808659" indent="0">
              <a:buNone/>
              <a:defRPr sz="2221" b="1"/>
            </a:lvl7pPr>
            <a:lvl8pPr marL="4443435" indent="0">
              <a:buNone/>
              <a:defRPr sz="2221" b="1"/>
            </a:lvl8pPr>
            <a:lvl9pPr marL="5078212" indent="0">
              <a:buNone/>
              <a:defRPr sz="22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48432" y="3478111"/>
            <a:ext cx="6254920" cy="51157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60851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861826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725977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32" y="634788"/>
            <a:ext cx="4745309" cy="2221759"/>
          </a:xfrm>
        </p:spPr>
        <p:txBody>
          <a:bodyPr anchor="b"/>
          <a:lstStyle>
            <a:lvl1pPr>
              <a:defRPr sz="44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4920" y="1370969"/>
            <a:ext cx="7448431" cy="6766667"/>
          </a:xfrm>
        </p:spPr>
        <p:txBody>
          <a:bodyPr/>
          <a:lstStyle>
            <a:lvl1pPr>
              <a:defRPr sz="4443"/>
            </a:lvl1pPr>
            <a:lvl2pPr>
              <a:defRPr sz="3888"/>
            </a:lvl2pPr>
            <a:lvl3pPr>
              <a:defRPr sz="3332"/>
            </a:lvl3pPr>
            <a:lvl4pPr>
              <a:defRPr sz="2777"/>
            </a:lvl4pPr>
            <a:lvl5pPr>
              <a:defRPr sz="2777"/>
            </a:lvl5pPr>
            <a:lvl6pPr>
              <a:defRPr sz="2777"/>
            </a:lvl6pPr>
            <a:lvl7pPr>
              <a:defRPr sz="2777"/>
            </a:lvl7pPr>
            <a:lvl8pPr>
              <a:defRPr sz="2777"/>
            </a:lvl8pPr>
            <a:lvl9pPr>
              <a:defRPr sz="27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432" y="2856547"/>
            <a:ext cx="4745309" cy="5292108"/>
          </a:xfrm>
        </p:spPr>
        <p:txBody>
          <a:bodyPr/>
          <a:lstStyle>
            <a:lvl1pPr marL="0" indent="0">
              <a:buNone/>
              <a:defRPr sz="2221"/>
            </a:lvl1pPr>
            <a:lvl2pPr marL="634776" indent="0">
              <a:buNone/>
              <a:defRPr sz="1944"/>
            </a:lvl2pPr>
            <a:lvl3pPr marL="1269553" indent="0">
              <a:buNone/>
              <a:defRPr sz="1666"/>
            </a:lvl3pPr>
            <a:lvl4pPr marL="1904329" indent="0">
              <a:buNone/>
              <a:defRPr sz="1388"/>
            </a:lvl4pPr>
            <a:lvl5pPr marL="2539106" indent="0">
              <a:buNone/>
              <a:defRPr sz="1388"/>
            </a:lvl5pPr>
            <a:lvl6pPr marL="3173882" indent="0">
              <a:buNone/>
              <a:defRPr sz="1388"/>
            </a:lvl6pPr>
            <a:lvl7pPr marL="3808659" indent="0">
              <a:buNone/>
              <a:defRPr sz="1388"/>
            </a:lvl7pPr>
            <a:lvl8pPr marL="4443435" indent="0">
              <a:buNone/>
              <a:defRPr sz="1388"/>
            </a:lvl8pPr>
            <a:lvl9pPr marL="5078212" indent="0">
              <a:buNone/>
              <a:defRPr sz="13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234018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32" y="634788"/>
            <a:ext cx="4745309" cy="2221759"/>
          </a:xfrm>
        </p:spPr>
        <p:txBody>
          <a:bodyPr anchor="b"/>
          <a:lstStyle>
            <a:lvl1pPr>
              <a:defRPr sz="44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54920" y="1370969"/>
            <a:ext cx="7448431" cy="6766667"/>
          </a:xfrm>
        </p:spPr>
        <p:txBody>
          <a:bodyPr anchor="t"/>
          <a:lstStyle>
            <a:lvl1pPr marL="0" indent="0">
              <a:buNone/>
              <a:defRPr sz="4443"/>
            </a:lvl1pPr>
            <a:lvl2pPr marL="634776" indent="0">
              <a:buNone/>
              <a:defRPr sz="3888"/>
            </a:lvl2pPr>
            <a:lvl3pPr marL="1269553" indent="0">
              <a:buNone/>
              <a:defRPr sz="3332"/>
            </a:lvl3pPr>
            <a:lvl4pPr marL="1904329" indent="0">
              <a:buNone/>
              <a:defRPr sz="2777"/>
            </a:lvl4pPr>
            <a:lvl5pPr marL="2539106" indent="0">
              <a:buNone/>
              <a:defRPr sz="2777"/>
            </a:lvl5pPr>
            <a:lvl6pPr marL="3173882" indent="0">
              <a:buNone/>
              <a:defRPr sz="2777"/>
            </a:lvl6pPr>
            <a:lvl7pPr marL="3808659" indent="0">
              <a:buNone/>
              <a:defRPr sz="2777"/>
            </a:lvl7pPr>
            <a:lvl8pPr marL="4443435" indent="0">
              <a:buNone/>
              <a:defRPr sz="2777"/>
            </a:lvl8pPr>
            <a:lvl9pPr marL="5078212" indent="0">
              <a:buNone/>
              <a:defRPr sz="27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432" y="2856547"/>
            <a:ext cx="4745309" cy="5292108"/>
          </a:xfrm>
        </p:spPr>
        <p:txBody>
          <a:bodyPr/>
          <a:lstStyle>
            <a:lvl1pPr marL="0" indent="0">
              <a:buNone/>
              <a:defRPr sz="2221"/>
            </a:lvl1pPr>
            <a:lvl2pPr marL="634776" indent="0">
              <a:buNone/>
              <a:defRPr sz="1944"/>
            </a:lvl2pPr>
            <a:lvl3pPr marL="1269553" indent="0">
              <a:buNone/>
              <a:defRPr sz="1666"/>
            </a:lvl3pPr>
            <a:lvl4pPr marL="1904329" indent="0">
              <a:buNone/>
              <a:defRPr sz="1388"/>
            </a:lvl4pPr>
            <a:lvl5pPr marL="2539106" indent="0">
              <a:buNone/>
              <a:defRPr sz="1388"/>
            </a:lvl5pPr>
            <a:lvl6pPr marL="3173882" indent="0">
              <a:buNone/>
              <a:defRPr sz="1388"/>
            </a:lvl6pPr>
            <a:lvl7pPr marL="3808659" indent="0">
              <a:buNone/>
              <a:defRPr sz="1388"/>
            </a:lvl7pPr>
            <a:lvl8pPr marL="4443435" indent="0">
              <a:buNone/>
              <a:defRPr sz="1388"/>
            </a:lvl8pPr>
            <a:lvl9pPr marL="5078212" indent="0">
              <a:buNone/>
              <a:defRPr sz="13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04651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11097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28956" y="506949"/>
            <a:ext cx="3172480" cy="80693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1516" y="506949"/>
            <a:ext cx="9333528" cy="80693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176179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1516" y="506951"/>
            <a:ext cx="12689919" cy="1840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516" y="2534745"/>
            <a:ext cx="12689919" cy="6041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1515" y="8825323"/>
            <a:ext cx="3310414" cy="5069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AF6E1-9D43-E74D-8E5B-6DC1FA663828}" type="datetime1">
              <a:rPr lang="zh-CN" altLang="en-US" smtClean="0"/>
              <a:t>2025/8/11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73665" y="8825323"/>
            <a:ext cx="4965621" cy="5069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CN"/>
              <a:t>Radar-based Contactless Cardiac Monitoring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91021" y="8825323"/>
            <a:ext cx="3310414" cy="5069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55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/>
  <p:txStyles>
    <p:titleStyle>
      <a:lvl1pPr algn="l" defTabSz="1269553" rtl="0" eaLnBrk="1" latinLnBrk="0" hangingPunct="1">
        <a:lnSpc>
          <a:spcPct val="90000"/>
        </a:lnSpc>
        <a:spcBef>
          <a:spcPct val="0"/>
        </a:spcBef>
        <a:buNone/>
        <a:defRPr sz="61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7388" indent="-317388" algn="l" defTabSz="1269553" rtl="0" eaLnBrk="1" latinLnBrk="0" hangingPunct="1">
        <a:lnSpc>
          <a:spcPct val="90000"/>
        </a:lnSpc>
        <a:spcBef>
          <a:spcPts val="1388"/>
        </a:spcBef>
        <a:buFont typeface="Arial" panose="020B0604020202020204" pitchFamily="34" charset="0"/>
        <a:buChar char="•"/>
        <a:defRPr sz="3888" kern="1200">
          <a:solidFill>
            <a:schemeClr val="tx1"/>
          </a:solidFill>
          <a:latin typeface="+mn-lt"/>
          <a:ea typeface="+mn-ea"/>
          <a:cs typeface="+mn-cs"/>
        </a:defRPr>
      </a:lvl1pPr>
      <a:lvl2pPr marL="952165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3332" kern="1200">
          <a:solidFill>
            <a:schemeClr val="tx1"/>
          </a:solidFill>
          <a:latin typeface="+mn-lt"/>
          <a:ea typeface="+mn-ea"/>
          <a:cs typeface="+mn-cs"/>
        </a:defRPr>
      </a:lvl2pPr>
      <a:lvl3pPr marL="1586941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777" kern="1200">
          <a:solidFill>
            <a:schemeClr val="tx1"/>
          </a:solidFill>
          <a:latin typeface="+mn-lt"/>
          <a:ea typeface="+mn-ea"/>
          <a:cs typeface="+mn-cs"/>
        </a:defRPr>
      </a:lvl3pPr>
      <a:lvl4pPr marL="2221718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4pPr>
      <a:lvl5pPr marL="2856494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5pPr>
      <a:lvl6pPr marL="3491271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6pPr>
      <a:lvl7pPr marL="4126047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7pPr>
      <a:lvl8pPr marL="4760824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8pPr>
      <a:lvl9pPr marL="5395600" indent="-317388" algn="l" defTabSz="1269553" rtl="0" eaLnBrk="1" latinLnBrk="0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34776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2pPr>
      <a:lvl3pPr marL="1269553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3pPr>
      <a:lvl4pPr marL="1904329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4pPr>
      <a:lvl5pPr marL="2539106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5pPr>
      <a:lvl6pPr marL="3173882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6pPr>
      <a:lvl7pPr marL="3808659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7pPr>
      <a:lvl8pPr marL="4443435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8pPr>
      <a:lvl9pPr marL="5078212" algn="l" defTabSz="1269553" rtl="0" eaLnBrk="1" latinLnBrk="0" hangingPunct="1">
        <a:defRPr sz="24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microsoft.com/office/2007/relationships/hdphoto" Target="../media/hdphoto1.wdp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5" Type="http://schemas.openxmlformats.org/officeDocument/2006/relationships/image" Target="../media/image12.emf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A7B7-16C3-BF9A-5C27-2064B3CC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F3A2296-811F-C902-35FA-689CEEA58F96}"/>
              </a:ext>
            </a:extLst>
          </p:cNvPr>
          <p:cNvSpPr/>
          <p:nvPr/>
        </p:nvSpPr>
        <p:spPr>
          <a:xfrm>
            <a:off x="8564277" y="5516660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ECG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6B98E3E-DC07-6DC6-F13B-E58D9542E5D0}"/>
              </a:ext>
            </a:extLst>
          </p:cNvPr>
          <p:cNvSpPr/>
          <p:nvPr/>
        </p:nvSpPr>
        <p:spPr>
          <a:xfrm>
            <a:off x="5514034" y="5523833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Single-cycle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ECG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E27309F-FFB3-9DF4-5200-23D87384F9D5}"/>
              </a:ext>
            </a:extLst>
          </p:cNvPr>
          <p:cNvSpPr/>
          <p:nvPr/>
        </p:nvSpPr>
        <p:spPr>
          <a:xfrm>
            <a:off x="4015241" y="4113169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High-SNR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Acquisition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565C1E-9F90-FBEA-9441-3BC7DE65889E}"/>
              </a:ext>
            </a:extLst>
          </p:cNvPr>
          <p:cNvSpPr/>
          <p:nvPr/>
        </p:nvSpPr>
        <p:spPr>
          <a:xfrm>
            <a:off x="9769641" y="4112992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Alleviation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Scarcity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BDE3B4-53AF-D694-9454-1F3E11DFAE45}"/>
              </a:ext>
            </a:extLst>
          </p:cNvPr>
          <p:cNvGrpSpPr/>
          <p:nvPr/>
        </p:nvGrpSpPr>
        <p:grpSpPr>
          <a:xfrm>
            <a:off x="5022218" y="7467501"/>
            <a:ext cx="1823643" cy="1293064"/>
            <a:chOff x="769799" y="5191771"/>
            <a:chExt cx="1337059" cy="94804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5ED97B-06A7-BD57-B0E9-AD10E0F4189D}"/>
                </a:ext>
              </a:extLst>
            </p:cNvPr>
            <p:cNvGrpSpPr/>
            <p:nvPr/>
          </p:nvGrpSpPr>
          <p:grpSpPr>
            <a:xfrm>
              <a:off x="769799" y="5191771"/>
              <a:ext cx="1337059" cy="948049"/>
              <a:chOff x="234948" y="5146741"/>
              <a:chExt cx="1280693" cy="56963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05FD8FF-1161-CB46-33E5-0EC257A088B4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79641" y="5146741"/>
                <a:ext cx="936000" cy="3600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94806696-907E-415C-4FF1-D4C3BE804E48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88395" y="5286277"/>
                <a:ext cx="936000" cy="360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3AE1E9C6-682A-0FC3-A623-2691391D480C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34948" y="5356375"/>
                <a:ext cx="936000" cy="36000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CFE86A-ADAB-E0F5-8D8E-B29A1541A987}"/>
                </a:ext>
              </a:extLst>
            </p:cNvPr>
            <p:cNvSpPr txBox="1"/>
            <p:nvPr/>
          </p:nvSpPr>
          <p:spPr>
            <a:xfrm rot="18226598">
              <a:off x="1522344" y="5662926"/>
              <a:ext cx="352602" cy="20309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dirty="0"/>
                <a:t>…</a:t>
              </a:r>
              <a:endParaRPr lang="en-CN" dirty="0"/>
            </a:p>
          </p:txBody>
        </p:sp>
      </p:grp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98F606E7-EB0F-595E-CB22-3092B41FD3D2}"/>
              </a:ext>
            </a:extLst>
          </p:cNvPr>
          <p:cNvGrpSpPr/>
          <p:nvPr/>
        </p:nvGrpSpPr>
        <p:grpSpPr>
          <a:xfrm>
            <a:off x="496879" y="7350146"/>
            <a:ext cx="3124591" cy="2060855"/>
            <a:chOff x="420793" y="8279664"/>
            <a:chExt cx="3124591" cy="206085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086E451-A656-5A20-B784-3B4FB60DF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6733" y="8279664"/>
              <a:ext cx="2258651" cy="120898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5E6F5B8-1FD4-E081-CEB4-00B16CE7D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0793" y="8762268"/>
              <a:ext cx="2946069" cy="1578251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779447D-AACE-8942-616C-C19440A4C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2015" y="8349602"/>
              <a:ext cx="290814" cy="497499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72209FF-0C9B-15E6-4DE3-D71205405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3392" y="9390556"/>
              <a:ext cx="259437" cy="510761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B91C5EA-1E5D-406A-AFEF-17BAD1F3DB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8117" y="8349602"/>
              <a:ext cx="295496" cy="497499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908343A-851D-D37B-8E57-930484A160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0796"/>
          <a:stretch/>
        </p:blipFill>
        <p:spPr>
          <a:xfrm>
            <a:off x="7913124" y="7541647"/>
            <a:ext cx="2637178" cy="14386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15B70EC-38F2-581F-0C22-3C6831157C2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886"/>
          <a:stretch/>
        </p:blipFill>
        <p:spPr>
          <a:xfrm>
            <a:off x="11841650" y="7449305"/>
            <a:ext cx="2637180" cy="1453271"/>
          </a:xfrm>
          <a:prstGeom prst="rect">
            <a:avLst/>
          </a:prstGeom>
        </p:spPr>
      </p:pic>
      <p:cxnSp>
        <p:nvCxnSpPr>
          <p:cNvPr id="520" name="Elbow Connector 519">
            <a:extLst>
              <a:ext uri="{FF2B5EF4-FFF2-40B4-BE49-F238E27FC236}">
                <a16:creationId xmlns:a16="http://schemas.microsoft.com/office/drawing/2014/main" id="{1D62F550-4757-0E54-99A1-E1AC47684580}"/>
              </a:ext>
            </a:extLst>
          </p:cNvPr>
          <p:cNvCxnSpPr>
            <a:cxnSpLocks/>
            <a:stCxn id="63" idx="0"/>
            <a:endCxn id="5" idx="2"/>
          </p:cNvCxnSpPr>
          <p:nvPr/>
        </p:nvCxnSpPr>
        <p:spPr>
          <a:xfrm rot="5400000" flipH="1" flipV="1">
            <a:off x="4236395" y="4633694"/>
            <a:ext cx="438928" cy="1339649"/>
          </a:xfrm>
          <a:prstGeom prst="bentConnector3">
            <a:avLst>
              <a:gd name="adj1" fmla="val 50000"/>
            </a:avLst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Elbow Connector 522">
            <a:extLst>
              <a:ext uri="{FF2B5EF4-FFF2-40B4-BE49-F238E27FC236}">
                <a16:creationId xmlns:a16="http://schemas.microsoft.com/office/drawing/2014/main" id="{A965DF16-5523-EC71-DCF2-4907BDD40ADF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 rot="16200000" flipH="1">
            <a:off x="5655191" y="4554546"/>
            <a:ext cx="439779" cy="1498793"/>
          </a:xfrm>
          <a:prstGeom prst="bentConnector3">
            <a:avLst>
              <a:gd name="adj1" fmla="val 50000"/>
            </a:avLst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Elbow Connector 525">
            <a:extLst>
              <a:ext uri="{FF2B5EF4-FFF2-40B4-BE49-F238E27FC236}">
                <a16:creationId xmlns:a16="http://schemas.microsoft.com/office/drawing/2014/main" id="{686B9C6C-460D-9265-C256-AE15A7EAF75E}"/>
              </a:ext>
            </a:extLst>
          </p:cNvPr>
          <p:cNvCxnSpPr>
            <a:cxnSpLocks/>
            <a:stCxn id="51" idx="3"/>
            <a:endCxn id="3" idx="0"/>
          </p:cNvCxnSpPr>
          <p:nvPr/>
        </p:nvCxnSpPr>
        <p:spPr>
          <a:xfrm>
            <a:off x="2351940" y="5303559"/>
            <a:ext cx="7322780" cy="213101"/>
          </a:xfrm>
          <a:prstGeom prst="bent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Elbow Connector 528">
            <a:extLst>
              <a:ext uri="{FF2B5EF4-FFF2-40B4-BE49-F238E27FC236}">
                <a16:creationId xmlns:a16="http://schemas.microsoft.com/office/drawing/2014/main" id="{455932BC-9CE2-7FD0-D499-420596DCB4A3}"/>
              </a:ext>
            </a:extLst>
          </p:cNvPr>
          <p:cNvCxnSpPr>
            <a:cxnSpLocks/>
            <a:stCxn id="5" idx="2"/>
            <a:endCxn id="51" idx="3"/>
          </p:cNvCxnSpPr>
          <p:nvPr/>
        </p:nvCxnSpPr>
        <p:spPr>
          <a:xfrm rot="5400000">
            <a:off x="3629060" y="3806934"/>
            <a:ext cx="219505" cy="2773744"/>
          </a:xfrm>
          <a:prstGeom prst="bentConnector2">
            <a:avLst/>
          </a:prstGeom>
          <a:ln w="349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" name="圆角矩形 199">
            <a:extLst>
              <a:ext uri="{FF2B5EF4-FFF2-40B4-BE49-F238E27FC236}">
                <a16:creationId xmlns:a16="http://schemas.microsoft.com/office/drawing/2014/main" id="{9D556318-ED69-2533-6D90-9FE59D26CE14}"/>
              </a:ext>
            </a:extLst>
          </p:cNvPr>
          <p:cNvSpPr/>
          <p:nvPr/>
        </p:nvSpPr>
        <p:spPr>
          <a:xfrm>
            <a:off x="2092854" y="28344"/>
            <a:ext cx="5252991" cy="3755464"/>
          </a:xfrm>
          <a:prstGeom prst="roundRect">
            <a:avLst>
              <a:gd name="adj" fmla="val 7828"/>
            </a:avLst>
          </a:prstGeom>
          <a:noFill/>
          <a:ln w="34925">
            <a:solidFill>
              <a:srgbClr val="843B0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34" name="Straight Connector 533">
            <a:extLst>
              <a:ext uri="{FF2B5EF4-FFF2-40B4-BE49-F238E27FC236}">
                <a16:creationId xmlns:a16="http://schemas.microsoft.com/office/drawing/2014/main" id="{1E056A54-A457-E3C5-4494-780BF465C376}"/>
              </a:ext>
            </a:extLst>
          </p:cNvPr>
          <p:cNvCxnSpPr>
            <a:cxnSpLocks/>
          </p:cNvCxnSpPr>
          <p:nvPr/>
        </p:nvCxnSpPr>
        <p:spPr>
          <a:xfrm flipH="1" flipV="1">
            <a:off x="2145694" y="3776906"/>
            <a:ext cx="1902593" cy="377766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37722FA4-34E4-BB0B-20B9-DCE6ABC6E259}"/>
              </a:ext>
            </a:extLst>
          </p:cNvPr>
          <p:cNvCxnSpPr>
            <a:cxnSpLocks/>
          </p:cNvCxnSpPr>
          <p:nvPr/>
        </p:nvCxnSpPr>
        <p:spPr>
          <a:xfrm flipV="1">
            <a:off x="6194037" y="3753346"/>
            <a:ext cx="975056" cy="377229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圆角矩形 199">
            <a:extLst>
              <a:ext uri="{FF2B5EF4-FFF2-40B4-BE49-F238E27FC236}">
                <a16:creationId xmlns:a16="http://schemas.microsoft.com/office/drawing/2014/main" id="{2252B31E-674A-BD1E-F474-224EE004E3DB}"/>
              </a:ext>
            </a:extLst>
          </p:cNvPr>
          <p:cNvSpPr/>
          <p:nvPr/>
        </p:nvSpPr>
        <p:spPr>
          <a:xfrm>
            <a:off x="93199" y="7189619"/>
            <a:ext cx="7200000" cy="2280314"/>
          </a:xfrm>
          <a:prstGeom prst="roundRect">
            <a:avLst>
              <a:gd name="adj" fmla="val 7828"/>
            </a:avLst>
          </a:prstGeom>
          <a:noFill/>
          <a:ln w="34925">
            <a:solidFill>
              <a:srgbClr val="843B0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251AFF4E-CFE0-1EBA-A5C6-087B0137A177}"/>
              </a:ext>
            </a:extLst>
          </p:cNvPr>
          <p:cNvCxnSpPr>
            <a:cxnSpLocks/>
          </p:cNvCxnSpPr>
          <p:nvPr/>
        </p:nvCxnSpPr>
        <p:spPr>
          <a:xfrm flipV="1">
            <a:off x="247124" y="6493867"/>
            <a:ext cx="5265920" cy="681442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76D4779D-90FE-6AA8-325D-1CA2F6011B1D}"/>
              </a:ext>
            </a:extLst>
          </p:cNvPr>
          <p:cNvCxnSpPr>
            <a:cxnSpLocks/>
          </p:cNvCxnSpPr>
          <p:nvPr/>
        </p:nvCxnSpPr>
        <p:spPr>
          <a:xfrm flipV="1">
            <a:off x="7132900" y="6478583"/>
            <a:ext cx="541241" cy="710133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圆角矩形 199">
            <a:extLst>
              <a:ext uri="{FF2B5EF4-FFF2-40B4-BE49-F238E27FC236}">
                <a16:creationId xmlns:a16="http://schemas.microsoft.com/office/drawing/2014/main" id="{5F377D50-4B58-4D4B-60CA-19190AEA9A14}"/>
              </a:ext>
            </a:extLst>
          </p:cNvPr>
          <p:cNvSpPr/>
          <p:nvPr/>
        </p:nvSpPr>
        <p:spPr>
          <a:xfrm>
            <a:off x="7717324" y="7206051"/>
            <a:ext cx="6883552" cy="2228017"/>
          </a:xfrm>
          <a:prstGeom prst="roundRect">
            <a:avLst>
              <a:gd name="adj" fmla="val 7828"/>
            </a:avLst>
          </a:prstGeom>
          <a:noFill/>
          <a:ln w="34925">
            <a:solidFill>
              <a:srgbClr val="843B0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E4E9D699-8F0C-66E4-7A0B-042DE611F460}"/>
              </a:ext>
            </a:extLst>
          </p:cNvPr>
          <p:cNvCxnSpPr>
            <a:cxnSpLocks/>
          </p:cNvCxnSpPr>
          <p:nvPr/>
        </p:nvCxnSpPr>
        <p:spPr>
          <a:xfrm flipV="1">
            <a:off x="7781899" y="6478583"/>
            <a:ext cx="868441" cy="726693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0E5511CB-8D0F-057D-0ADF-917913A864F0}"/>
              </a:ext>
            </a:extLst>
          </p:cNvPr>
          <p:cNvCxnSpPr>
            <a:cxnSpLocks/>
          </p:cNvCxnSpPr>
          <p:nvPr/>
        </p:nvCxnSpPr>
        <p:spPr>
          <a:xfrm flipH="1" flipV="1">
            <a:off x="10742299" y="6430013"/>
            <a:ext cx="3699838" cy="775263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圆角矩形 199">
            <a:extLst>
              <a:ext uri="{FF2B5EF4-FFF2-40B4-BE49-F238E27FC236}">
                <a16:creationId xmlns:a16="http://schemas.microsoft.com/office/drawing/2014/main" id="{2AE62ADA-8757-EE65-DBA4-4D460ECF46B5}"/>
              </a:ext>
            </a:extLst>
          </p:cNvPr>
          <p:cNvSpPr/>
          <p:nvPr/>
        </p:nvSpPr>
        <p:spPr>
          <a:xfrm>
            <a:off x="8203659" y="28344"/>
            <a:ext cx="5102055" cy="3752338"/>
          </a:xfrm>
          <a:prstGeom prst="roundRect">
            <a:avLst>
              <a:gd name="adj" fmla="val 7828"/>
            </a:avLst>
          </a:prstGeom>
          <a:noFill/>
          <a:ln w="34925">
            <a:solidFill>
              <a:srgbClr val="843B0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57" name="Straight Connector 556">
            <a:extLst>
              <a:ext uri="{FF2B5EF4-FFF2-40B4-BE49-F238E27FC236}">
                <a16:creationId xmlns:a16="http://schemas.microsoft.com/office/drawing/2014/main" id="{E53FC9B0-2656-C75A-4288-2B7D214825AE}"/>
              </a:ext>
            </a:extLst>
          </p:cNvPr>
          <p:cNvCxnSpPr>
            <a:cxnSpLocks/>
          </p:cNvCxnSpPr>
          <p:nvPr/>
        </p:nvCxnSpPr>
        <p:spPr>
          <a:xfrm>
            <a:off x="8454683" y="3825624"/>
            <a:ext cx="1480950" cy="283811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A31CE4DB-EDA3-D82F-A6E1-FE097664D271}"/>
              </a:ext>
            </a:extLst>
          </p:cNvPr>
          <p:cNvCxnSpPr>
            <a:cxnSpLocks/>
          </p:cNvCxnSpPr>
          <p:nvPr/>
        </p:nvCxnSpPr>
        <p:spPr>
          <a:xfrm flipH="1">
            <a:off x="11990527" y="3768022"/>
            <a:ext cx="1156449" cy="360513"/>
          </a:xfrm>
          <a:prstGeom prst="line">
            <a:avLst/>
          </a:prstGeom>
          <a:ln w="34925">
            <a:solidFill>
              <a:srgbClr val="843B0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eep Learning icons for free download | Freepik">
            <a:extLst>
              <a:ext uri="{FF2B5EF4-FFF2-40B4-BE49-F238E27FC236}">
                <a16:creationId xmlns:a16="http://schemas.microsoft.com/office/drawing/2014/main" id="{844E89B7-82C4-1797-7D05-AB12E944A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349" y="7630990"/>
            <a:ext cx="988043" cy="98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8" name="TextBox 597">
            <a:extLst>
              <a:ext uri="{FF2B5EF4-FFF2-40B4-BE49-F238E27FC236}">
                <a16:creationId xmlns:a16="http://schemas.microsoft.com/office/drawing/2014/main" id="{75F8D49F-0C75-0B03-F1C1-CDCD0742D2CD}"/>
              </a:ext>
            </a:extLst>
          </p:cNvPr>
          <p:cNvSpPr txBox="1"/>
          <p:nvPr/>
        </p:nvSpPr>
        <p:spPr>
          <a:xfrm>
            <a:off x="3319419" y="8695391"/>
            <a:ext cx="2089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altLang="zh-CN" kern="100" dirty="0">
                <a:latin typeface="Times New Roman" panose="02020603050405020304" pitchFamily="18" charset="0"/>
              </a:rPr>
              <a:t>ODE</a:t>
            </a:r>
            <a:r>
              <a:rPr lang="en-US" altLang="zh-CN" kern="100" dirty="0">
                <a:latin typeface="Times New Roman" panose="02020603050405020304" pitchFamily="18" charset="0"/>
              </a:rPr>
              <a:t>-embedded</a:t>
            </a:r>
            <a:r>
              <a:rPr lang="zh-CN" altLang="en-US" kern="100" dirty="0">
                <a:latin typeface="Times New Roman" panose="02020603050405020304" pitchFamily="18" charset="0"/>
              </a:rPr>
              <a:t> </a:t>
            </a:r>
            <a:r>
              <a:rPr lang="en-US" altLang="zh-CN" kern="100" dirty="0">
                <a:latin typeface="Times New Roman" panose="02020603050405020304" pitchFamily="18" charset="0"/>
              </a:rPr>
              <a:t>DNN</a:t>
            </a:r>
          </a:p>
        </p:txBody>
      </p:sp>
      <p:sp>
        <p:nvSpPr>
          <p:cNvPr id="603" name="文本框 14">
            <a:extLst>
              <a:ext uri="{FF2B5EF4-FFF2-40B4-BE49-F238E27FC236}">
                <a16:creationId xmlns:a16="http://schemas.microsoft.com/office/drawing/2014/main" id="{3B63C579-881E-9C97-4EC9-00EB3B4B3C07}"/>
              </a:ext>
            </a:extLst>
          </p:cNvPr>
          <p:cNvSpPr txBox="1"/>
          <p:nvPr/>
        </p:nvSpPr>
        <p:spPr>
          <a:xfrm>
            <a:off x="4474039" y="3775558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04" name="文本框 14">
            <a:extLst>
              <a:ext uri="{FF2B5EF4-FFF2-40B4-BE49-F238E27FC236}">
                <a16:creationId xmlns:a16="http://schemas.microsoft.com/office/drawing/2014/main" id="{6FB73647-89A4-C1B1-B290-AE47E3853910}"/>
              </a:ext>
            </a:extLst>
          </p:cNvPr>
          <p:cNvSpPr txBox="1"/>
          <p:nvPr/>
        </p:nvSpPr>
        <p:spPr>
          <a:xfrm>
            <a:off x="5934203" y="6500558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05" name="文本框 14">
            <a:extLst>
              <a:ext uri="{FF2B5EF4-FFF2-40B4-BE49-F238E27FC236}">
                <a16:creationId xmlns:a16="http://schemas.microsoft.com/office/drawing/2014/main" id="{6A57A377-13D6-F1FF-64F0-A93C4F0C95C0}"/>
              </a:ext>
            </a:extLst>
          </p:cNvPr>
          <p:cNvSpPr txBox="1"/>
          <p:nvPr/>
        </p:nvSpPr>
        <p:spPr>
          <a:xfrm>
            <a:off x="9031282" y="6519563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606" name="文本框 14">
            <a:extLst>
              <a:ext uri="{FF2B5EF4-FFF2-40B4-BE49-F238E27FC236}">
                <a16:creationId xmlns:a16="http://schemas.microsoft.com/office/drawing/2014/main" id="{75472D8C-DB46-8A0B-068D-A97BBD85D69C}"/>
              </a:ext>
            </a:extLst>
          </p:cNvPr>
          <p:cNvSpPr txBox="1"/>
          <p:nvPr/>
        </p:nvSpPr>
        <p:spPr>
          <a:xfrm>
            <a:off x="10227265" y="3752107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6</a:t>
            </a:r>
          </a:p>
        </p:txBody>
      </p: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00E7CB9A-45FB-05A6-1485-CABF43BAB6B9}"/>
              </a:ext>
            </a:extLst>
          </p:cNvPr>
          <p:cNvGrpSpPr/>
          <p:nvPr/>
        </p:nvGrpSpPr>
        <p:grpSpPr>
          <a:xfrm>
            <a:off x="2149018" y="252739"/>
            <a:ext cx="5402837" cy="3386706"/>
            <a:chOff x="7053376" y="3653228"/>
            <a:chExt cx="4148020" cy="2600139"/>
          </a:xfrm>
        </p:grpSpPr>
        <p:pic>
          <p:nvPicPr>
            <p:cNvPr id="617" name="Picture 616">
              <a:extLst>
                <a:ext uri="{FF2B5EF4-FFF2-40B4-BE49-F238E27FC236}">
                  <a16:creationId xmlns:a16="http://schemas.microsoft.com/office/drawing/2014/main" id="{09F92C7E-DEC6-7C30-51E2-60AFB2559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9112681" y="4747946"/>
              <a:ext cx="1838252" cy="953363"/>
            </a:xfrm>
            <a:prstGeom prst="rect">
              <a:avLst/>
            </a:prstGeom>
          </p:spPr>
        </p:pic>
        <p:sp>
          <p:nvSpPr>
            <p:cNvPr id="618" name="TextBox 617">
              <a:extLst>
                <a:ext uri="{FF2B5EF4-FFF2-40B4-BE49-F238E27FC236}">
                  <a16:creationId xmlns:a16="http://schemas.microsoft.com/office/drawing/2014/main" id="{66DEA97E-3A8D-CF1C-49F2-1D6EBE5168C4}"/>
                </a:ext>
              </a:extLst>
            </p:cNvPr>
            <p:cNvSpPr txBox="1"/>
            <p:nvPr/>
          </p:nvSpPr>
          <p:spPr>
            <a:xfrm>
              <a:off x="7153486" y="5784695"/>
              <a:ext cx="1381446" cy="283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N" altLang="zh-CN" kern="100" dirty="0">
                  <a:latin typeface="Times New Roman" panose="02020603050405020304" pitchFamily="18" charset="0"/>
                </a:rPr>
                <a:t>Search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Space</a:t>
              </a:r>
            </a:p>
          </p:txBody>
        </p:sp>
        <p:pic>
          <p:nvPicPr>
            <p:cNvPr id="619" name="图片 16">
              <a:extLst>
                <a:ext uri="{FF2B5EF4-FFF2-40B4-BE49-F238E27FC236}">
                  <a16:creationId xmlns:a16="http://schemas.microsoft.com/office/drawing/2014/main" id="{4F1B7770-5206-39E5-A6CD-BA8E90A8AF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295186"/>
                </a:clrFrom>
                <a:clrTo>
                  <a:srgbClr val="295186">
                    <a:alpha val="0"/>
                  </a:srgbClr>
                </a:clrTo>
              </a:clrChange>
              <a:alphaModFix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>
                          <a14:foregroundMark x1="41439" y1="45225" x2="41439" y2="45225"/>
                          <a14:backgroundMark x1="35856" y1="211" x2="37407" y2="7022"/>
                          <a14:backgroundMark x1="37407" y1="7022" x2="34119" y2="13413"/>
                          <a14:backgroundMark x1="34119" y1="13413" x2="20099" y2="23034"/>
                          <a14:backgroundMark x1="20099" y1="23034" x2="6390" y2="27949"/>
                          <a14:backgroundMark x1="6390" y1="27949" x2="931" y2="42275"/>
                          <a14:backgroundMark x1="931" y1="42275" x2="1427" y2="61938"/>
                          <a14:backgroundMark x1="1427" y1="61938" x2="2357" y2="54424"/>
                          <a14:backgroundMark x1="2357" y1="54424" x2="1117" y2="2107"/>
                          <a14:backgroundMark x1="1117" y1="2107" x2="35050" y2="632"/>
                          <a14:backgroundMark x1="35050" y1="632" x2="35422" y2="2037"/>
                        </a14:backgroundRemoval>
                      </a14:imgEffect>
                      <a14:imgEffect>
                        <a14:artisticCutout/>
                      </a14:imgEffect>
                    </a14:imgLayer>
                  </a14:imgProps>
                </a:ext>
              </a:extLst>
            </a:blip>
            <a:srcRect l="20932" t="19566" r="20255" b="7834"/>
            <a:stretch/>
          </p:blipFill>
          <p:spPr>
            <a:xfrm>
              <a:off x="7412652" y="4166778"/>
              <a:ext cx="1161564" cy="1266621"/>
            </a:xfrm>
            <a:prstGeom prst="rect">
              <a:avLst/>
            </a:prstGeom>
          </p:spPr>
        </p:pic>
        <p:sp>
          <p:nvSpPr>
            <p:cNvPr id="620" name="Cube 619">
              <a:extLst>
                <a:ext uri="{FF2B5EF4-FFF2-40B4-BE49-F238E27FC236}">
                  <a16:creationId xmlns:a16="http://schemas.microsoft.com/office/drawing/2014/main" id="{8D9F3833-A823-A8EF-1259-62B8B6672363}"/>
                </a:ext>
              </a:extLst>
            </p:cNvPr>
            <p:cNvSpPr/>
            <p:nvPr/>
          </p:nvSpPr>
          <p:spPr>
            <a:xfrm>
              <a:off x="7259422" y="4057697"/>
              <a:ext cx="1468025" cy="1502565"/>
            </a:xfrm>
            <a:prstGeom prst="cub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800" dirty="0"/>
            </a:p>
          </p:txBody>
        </p:sp>
        <p:cxnSp>
          <p:nvCxnSpPr>
            <p:cNvPr id="621" name="直线箭头连接符 256">
              <a:extLst>
                <a:ext uri="{FF2B5EF4-FFF2-40B4-BE49-F238E27FC236}">
                  <a16:creationId xmlns:a16="http://schemas.microsoft.com/office/drawing/2014/main" id="{C7D804D5-01D5-E047-9649-0FDB10DF79AD}"/>
                </a:ext>
              </a:extLst>
            </p:cNvPr>
            <p:cNvCxnSpPr>
              <a:cxnSpLocks/>
            </p:cNvCxnSpPr>
            <p:nvPr/>
          </p:nvCxnSpPr>
          <p:spPr>
            <a:xfrm>
              <a:off x="7238470" y="5649831"/>
              <a:ext cx="1116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2" name="TextBox 621">
              <a:extLst>
                <a:ext uri="{FF2B5EF4-FFF2-40B4-BE49-F238E27FC236}">
                  <a16:creationId xmlns:a16="http://schemas.microsoft.com/office/drawing/2014/main" id="{1250928E-9358-9B71-6AAD-E09E62C3EE07}"/>
                </a:ext>
              </a:extLst>
            </p:cNvPr>
            <p:cNvSpPr txBox="1"/>
            <p:nvPr/>
          </p:nvSpPr>
          <p:spPr>
            <a:xfrm>
              <a:off x="7584100" y="5575564"/>
              <a:ext cx="424742" cy="1654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kern="100" dirty="0">
                  <a:latin typeface="Times New Roman" panose="02020603050405020304" pitchFamily="18" charset="0"/>
                </a:rPr>
                <a:t>0.4m</a:t>
              </a:r>
            </a:p>
          </p:txBody>
        </p:sp>
        <p:cxnSp>
          <p:nvCxnSpPr>
            <p:cNvPr id="623" name="直线箭头连接符 256">
              <a:extLst>
                <a:ext uri="{FF2B5EF4-FFF2-40B4-BE49-F238E27FC236}">
                  <a16:creationId xmlns:a16="http://schemas.microsoft.com/office/drawing/2014/main" id="{536098B3-7668-C6D1-C539-A648D95AE8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4352" y="5221202"/>
              <a:ext cx="435043" cy="44082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4" name="TextBox 623">
              <a:extLst>
                <a:ext uri="{FF2B5EF4-FFF2-40B4-BE49-F238E27FC236}">
                  <a16:creationId xmlns:a16="http://schemas.microsoft.com/office/drawing/2014/main" id="{B087011E-578A-6C37-3164-5659FA68F7F3}"/>
                </a:ext>
              </a:extLst>
            </p:cNvPr>
            <p:cNvSpPr txBox="1"/>
            <p:nvPr/>
          </p:nvSpPr>
          <p:spPr>
            <a:xfrm rot="18727992">
              <a:off x="8436955" y="5352475"/>
              <a:ext cx="424742" cy="1654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kern="100" dirty="0">
                  <a:latin typeface="Times New Roman" panose="02020603050405020304" pitchFamily="18" charset="0"/>
                </a:rPr>
                <a:t>0.2m</a:t>
              </a:r>
            </a:p>
          </p:txBody>
        </p:sp>
        <p:cxnSp>
          <p:nvCxnSpPr>
            <p:cNvPr id="625" name="直线箭头连接符 256">
              <a:extLst>
                <a:ext uri="{FF2B5EF4-FFF2-40B4-BE49-F238E27FC236}">
                  <a16:creationId xmlns:a16="http://schemas.microsoft.com/office/drawing/2014/main" id="{71B189AE-5363-C514-8673-3F8DB3F31568}"/>
                </a:ext>
              </a:extLst>
            </p:cNvPr>
            <p:cNvCxnSpPr>
              <a:cxnSpLocks/>
            </p:cNvCxnSpPr>
            <p:nvPr/>
          </p:nvCxnSpPr>
          <p:spPr>
            <a:xfrm>
              <a:off x="7123014" y="4444901"/>
              <a:ext cx="0" cy="108369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6" name="TextBox 625">
              <a:extLst>
                <a:ext uri="{FF2B5EF4-FFF2-40B4-BE49-F238E27FC236}">
                  <a16:creationId xmlns:a16="http://schemas.microsoft.com/office/drawing/2014/main" id="{4435AD9D-BDB0-8340-47D5-B62A8D5482E8}"/>
                </a:ext>
              </a:extLst>
            </p:cNvPr>
            <p:cNvSpPr txBox="1"/>
            <p:nvPr/>
          </p:nvSpPr>
          <p:spPr>
            <a:xfrm rot="16200000">
              <a:off x="6923709" y="4933595"/>
              <a:ext cx="424742" cy="1654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kern="100" dirty="0">
                  <a:latin typeface="Times New Roman" panose="02020603050405020304" pitchFamily="18" charset="0"/>
                </a:rPr>
                <a:t>0.4m</a:t>
              </a:r>
            </a:p>
          </p:txBody>
        </p:sp>
        <p:cxnSp>
          <p:nvCxnSpPr>
            <p:cNvPr id="627" name="直线箭头连接符 256">
              <a:extLst>
                <a:ext uri="{FF2B5EF4-FFF2-40B4-BE49-F238E27FC236}">
                  <a16:creationId xmlns:a16="http://schemas.microsoft.com/office/drawing/2014/main" id="{97F9A3F4-65F3-8BEB-AC9B-A782F15B8221}"/>
                </a:ext>
              </a:extLst>
            </p:cNvPr>
            <p:cNvCxnSpPr>
              <a:cxnSpLocks/>
              <a:stCxn id="632" idx="2"/>
              <a:endCxn id="634" idx="1"/>
            </p:cNvCxnSpPr>
            <p:nvPr/>
          </p:nvCxnSpPr>
          <p:spPr>
            <a:xfrm flipV="1">
              <a:off x="8161211" y="4109337"/>
              <a:ext cx="988844" cy="2389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8" name="TextBox 627">
              <a:extLst>
                <a:ext uri="{FF2B5EF4-FFF2-40B4-BE49-F238E27FC236}">
                  <a16:creationId xmlns:a16="http://schemas.microsoft.com/office/drawing/2014/main" id="{553A2D47-0267-1C94-14CB-8AD09C94AE68}"/>
                </a:ext>
              </a:extLst>
            </p:cNvPr>
            <p:cNvSpPr txBox="1"/>
            <p:nvPr/>
          </p:nvSpPr>
          <p:spPr>
            <a:xfrm>
              <a:off x="8918303" y="5969813"/>
              <a:ext cx="2227008" cy="283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High-SNR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Signals</a:t>
              </a:r>
            </a:p>
          </p:txBody>
        </p:sp>
        <p:pic>
          <p:nvPicPr>
            <p:cNvPr id="629" name="Picture 628">
              <a:extLst>
                <a:ext uri="{FF2B5EF4-FFF2-40B4-BE49-F238E27FC236}">
                  <a16:creationId xmlns:a16="http://schemas.microsoft.com/office/drawing/2014/main" id="{3C9A8BF9-0821-4B8D-06BC-081739A21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8930987" y="5041407"/>
              <a:ext cx="1838253" cy="953363"/>
            </a:xfrm>
            <a:prstGeom prst="rect">
              <a:avLst/>
            </a:prstGeom>
          </p:spPr>
        </p:pic>
        <p:cxnSp>
          <p:nvCxnSpPr>
            <p:cNvPr id="630" name="直线箭头连接符 256">
              <a:extLst>
                <a:ext uri="{FF2B5EF4-FFF2-40B4-BE49-F238E27FC236}">
                  <a16:creationId xmlns:a16="http://schemas.microsoft.com/office/drawing/2014/main" id="{FE2E8E1A-EE5A-5E16-BC21-7EE53DB4C2D0}"/>
                </a:ext>
              </a:extLst>
            </p:cNvPr>
            <p:cNvCxnSpPr>
              <a:cxnSpLocks/>
            </p:cNvCxnSpPr>
            <p:nvPr/>
          </p:nvCxnSpPr>
          <p:spPr>
            <a:xfrm>
              <a:off x="8065930" y="4819027"/>
              <a:ext cx="971672" cy="30672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A27179F6-44A2-646E-FDCD-7267ED419FD7}"/>
                </a:ext>
              </a:extLst>
            </p:cNvPr>
            <p:cNvSpPr/>
            <p:nvPr/>
          </p:nvSpPr>
          <p:spPr>
            <a:xfrm>
              <a:off x="8023483" y="4782470"/>
              <a:ext cx="82251" cy="8225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800">
                <a:solidFill>
                  <a:srgbClr val="FF0000"/>
                </a:solidFill>
              </a:endParaRPr>
            </a:p>
          </p:txBody>
        </p:sp>
        <p:sp>
          <p:nvSpPr>
            <p:cNvPr id="632" name="Oval 631">
              <a:extLst>
                <a:ext uri="{FF2B5EF4-FFF2-40B4-BE49-F238E27FC236}">
                  <a16:creationId xmlns:a16="http://schemas.microsoft.com/office/drawing/2014/main" id="{71CB8757-B5F4-B5A2-EDCC-79FAD470F755}"/>
                </a:ext>
              </a:extLst>
            </p:cNvPr>
            <p:cNvSpPr/>
            <p:nvPr/>
          </p:nvSpPr>
          <p:spPr>
            <a:xfrm>
              <a:off x="8161211" y="4307206"/>
              <a:ext cx="82251" cy="822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800">
                <a:solidFill>
                  <a:srgbClr val="FF0000"/>
                </a:solidFill>
              </a:endParaRPr>
            </a:p>
          </p:txBody>
        </p: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2AE9A929-273B-3715-4889-B9D5B56ABB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271" y="4800088"/>
              <a:ext cx="179784" cy="291109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34" name="Picture 633">
              <a:extLst>
                <a:ext uri="{FF2B5EF4-FFF2-40B4-BE49-F238E27FC236}">
                  <a16:creationId xmlns:a16="http://schemas.microsoft.com/office/drawing/2014/main" id="{38BE74DE-7C3C-7385-C537-448958A96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150055" y="3653228"/>
              <a:ext cx="1758914" cy="912217"/>
            </a:xfrm>
            <a:prstGeom prst="rect">
              <a:avLst/>
            </a:prstGeom>
          </p:spPr>
        </p:pic>
        <p:sp>
          <p:nvSpPr>
            <p:cNvPr id="635" name="TextBox 634">
              <a:extLst>
                <a:ext uri="{FF2B5EF4-FFF2-40B4-BE49-F238E27FC236}">
                  <a16:creationId xmlns:a16="http://schemas.microsoft.com/office/drawing/2014/main" id="{2C5E618A-64FC-9A65-30D9-4DF55B3E8E29}"/>
                </a:ext>
              </a:extLst>
            </p:cNvPr>
            <p:cNvSpPr txBox="1"/>
            <p:nvPr/>
          </p:nvSpPr>
          <p:spPr>
            <a:xfrm>
              <a:off x="8974388" y="4470726"/>
              <a:ext cx="2227008" cy="283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Low-SNR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Signals</a:t>
              </a:r>
            </a:p>
          </p:txBody>
        </p: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F2A58407-DEB6-CDA3-1019-6E8CA3C3D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9564" y="4789258"/>
              <a:ext cx="179784" cy="291109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636">
              <a:extLst>
                <a:ext uri="{FF2B5EF4-FFF2-40B4-BE49-F238E27FC236}">
                  <a16:creationId xmlns:a16="http://schemas.microsoft.com/office/drawing/2014/main" id="{1E9B46B5-C3B9-1880-18B3-7A4F2DC8E3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7749" y="5662023"/>
              <a:ext cx="179784" cy="291109"/>
            </a:xfrm>
            <a:prstGeom prst="line">
              <a:avLst/>
            </a:prstGeom>
            <a:ln w="28575">
              <a:solidFill>
                <a:schemeClr val="tx1">
                  <a:alpha val="64217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直线箭头连接符 256">
              <a:extLst>
                <a:ext uri="{FF2B5EF4-FFF2-40B4-BE49-F238E27FC236}">
                  <a16:creationId xmlns:a16="http://schemas.microsoft.com/office/drawing/2014/main" id="{EA144493-208A-DF22-5B39-A4ACA249CEAB}"/>
                </a:ext>
              </a:extLst>
            </p:cNvPr>
            <p:cNvCxnSpPr>
              <a:cxnSpLocks/>
            </p:cNvCxnSpPr>
            <p:nvPr/>
          </p:nvCxnSpPr>
          <p:spPr>
            <a:xfrm>
              <a:off x="8039596" y="4702964"/>
              <a:ext cx="998006" cy="41993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9" name="Oval 638">
              <a:extLst>
                <a:ext uri="{FF2B5EF4-FFF2-40B4-BE49-F238E27FC236}">
                  <a16:creationId xmlns:a16="http://schemas.microsoft.com/office/drawing/2014/main" id="{EEF6737C-F659-E14E-3408-4619F1435D9C}"/>
                </a:ext>
              </a:extLst>
            </p:cNvPr>
            <p:cNvSpPr/>
            <p:nvPr/>
          </p:nvSpPr>
          <p:spPr>
            <a:xfrm>
              <a:off x="8013529" y="4665474"/>
              <a:ext cx="82251" cy="8225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800">
                <a:solidFill>
                  <a:srgbClr val="FF0000"/>
                </a:solidFill>
              </a:endParaRPr>
            </a:p>
          </p:txBody>
        </p:sp>
        <p:cxnSp>
          <p:nvCxnSpPr>
            <p:cNvPr id="1024" name="直线箭头连接符 256">
              <a:extLst>
                <a:ext uri="{FF2B5EF4-FFF2-40B4-BE49-F238E27FC236}">
                  <a16:creationId xmlns:a16="http://schemas.microsoft.com/office/drawing/2014/main" id="{78E4E20D-5B68-1940-2E29-EF533EAC17BF}"/>
                </a:ext>
              </a:extLst>
            </p:cNvPr>
            <p:cNvCxnSpPr>
              <a:cxnSpLocks/>
            </p:cNvCxnSpPr>
            <p:nvPr/>
          </p:nvCxnSpPr>
          <p:spPr>
            <a:xfrm>
              <a:off x="8085832" y="4908137"/>
              <a:ext cx="931868" cy="21347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E79F1951-09DB-4EC2-5364-542A4704C332}"/>
                </a:ext>
              </a:extLst>
            </p:cNvPr>
            <p:cNvSpPr/>
            <p:nvPr/>
          </p:nvSpPr>
          <p:spPr>
            <a:xfrm>
              <a:off x="8063287" y="4874476"/>
              <a:ext cx="82251" cy="8225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800">
                <a:solidFill>
                  <a:srgbClr val="FF0000"/>
                </a:solidFill>
              </a:endParaRPr>
            </a:p>
          </p:txBody>
        </p:sp>
      </p:grp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B8C6A35A-FD7E-681D-EF0E-44B5B837FDAE}"/>
              </a:ext>
            </a:extLst>
          </p:cNvPr>
          <p:cNvGrpSpPr/>
          <p:nvPr/>
        </p:nvGrpSpPr>
        <p:grpSpPr>
          <a:xfrm>
            <a:off x="8728221" y="150932"/>
            <a:ext cx="4519572" cy="3470953"/>
            <a:chOff x="4651113" y="2211179"/>
            <a:chExt cx="3267756" cy="2559450"/>
          </a:xfrm>
        </p:grpSpPr>
        <p:sp>
          <p:nvSpPr>
            <p:cNvPr id="1041" name="Trapezoid 1040">
              <a:extLst>
                <a:ext uri="{FF2B5EF4-FFF2-40B4-BE49-F238E27FC236}">
                  <a16:creationId xmlns:a16="http://schemas.microsoft.com/office/drawing/2014/main" id="{8D2FC08F-4A75-2975-26D3-96CC46C4583D}"/>
                </a:ext>
              </a:extLst>
            </p:cNvPr>
            <p:cNvSpPr/>
            <p:nvPr/>
          </p:nvSpPr>
          <p:spPr>
            <a:xfrm rot="16200000">
              <a:off x="5672199" y="2510257"/>
              <a:ext cx="572284" cy="494787"/>
            </a:xfrm>
            <a:prstGeom prst="trapezoid">
              <a:avLst/>
            </a:prstGeom>
            <a:solidFill>
              <a:srgbClr val="FFD966">
                <a:alpha val="60000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3600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Task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Head</a:t>
              </a:r>
              <a:endPara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492992F5-4BBC-9D18-24FB-2A2D8036DB12}"/>
                </a:ext>
              </a:extLst>
            </p:cNvPr>
            <p:cNvSpPr txBox="1"/>
            <p:nvPr/>
          </p:nvSpPr>
          <p:spPr>
            <a:xfrm>
              <a:off x="4673483" y="2211179"/>
              <a:ext cx="1862695" cy="272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Pre-text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Task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Training</a:t>
              </a:r>
            </a:p>
          </p:txBody>
        </p:sp>
        <p:cxnSp>
          <p:nvCxnSpPr>
            <p:cNvPr id="1043" name="直线箭头连接符 256">
              <a:extLst>
                <a:ext uri="{FF2B5EF4-FFF2-40B4-BE49-F238E27FC236}">
                  <a16:creationId xmlns:a16="http://schemas.microsoft.com/office/drawing/2014/main" id="{BDAA2F90-137A-9897-9648-8679F1BF3551}"/>
                </a:ext>
              </a:extLst>
            </p:cNvPr>
            <p:cNvCxnSpPr>
              <a:cxnSpLocks/>
              <a:stCxn id="1045" idx="3"/>
              <a:endCxn id="1041" idx="0"/>
            </p:cNvCxnSpPr>
            <p:nvPr/>
          </p:nvCxnSpPr>
          <p:spPr>
            <a:xfrm>
              <a:off x="5524100" y="2755354"/>
              <a:ext cx="186848" cy="2297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A015475D-00CE-EDFC-A156-75BFE5450CF1}"/>
                </a:ext>
              </a:extLst>
            </p:cNvPr>
            <p:cNvSpPr/>
            <p:nvPr/>
          </p:nvSpPr>
          <p:spPr>
            <a:xfrm>
              <a:off x="4651665" y="3965262"/>
              <a:ext cx="872987" cy="439081"/>
            </a:xfrm>
            <a:prstGeom prst="rect">
              <a:avLst/>
            </a:prstGeom>
            <a:solidFill>
              <a:srgbClr val="FFD966">
                <a:alpha val="60337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Backbone</a:t>
              </a:r>
              <a:endPara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5" name="Rectangle 1044">
              <a:extLst>
                <a:ext uri="{FF2B5EF4-FFF2-40B4-BE49-F238E27FC236}">
                  <a16:creationId xmlns:a16="http://schemas.microsoft.com/office/drawing/2014/main" id="{BC067032-AD31-674C-37B6-4CA3F35F26C9}"/>
                </a:ext>
              </a:extLst>
            </p:cNvPr>
            <p:cNvSpPr/>
            <p:nvPr/>
          </p:nvSpPr>
          <p:spPr>
            <a:xfrm>
              <a:off x="4651113" y="2535813"/>
              <a:ext cx="872987" cy="439081"/>
            </a:xfrm>
            <a:prstGeom prst="rect">
              <a:avLst/>
            </a:prstGeom>
            <a:solidFill>
              <a:srgbClr val="FFD966">
                <a:alpha val="60337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Backbone</a:t>
              </a:r>
              <a:endPara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6" name="Down Arrow 1045">
              <a:extLst>
                <a:ext uri="{FF2B5EF4-FFF2-40B4-BE49-F238E27FC236}">
                  <a16:creationId xmlns:a16="http://schemas.microsoft.com/office/drawing/2014/main" id="{995381A4-2AA3-B3F6-75A5-ABB17BF75310}"/>
                </a:ext>
              </a:extLst>
            </p:cNvPr>
            <p:cNvSpPr/>
            <p:nvPr/>
          </p:nvSpPr>
          <p:spPr>
            <a:xfrm>
              <a:off x="4722052" y="3162547"/>
              <a:ext cx="149115" cy="668393"/>
            </a:xfrm>
            <a:prstGeom prst="downArrow">
              <a:avLst>
                <a:gd name="adj1" fmla="val 50000"/>
                <a:gd name="adj2" fmla="val 62069"/>
              </a:avLst>
            </a:prstGeom>
            <a:solidFill>
              <a:schemeClr val="accent2">
                <a:lumMod val="60000"/>
                <a:lumOff val="40000"/>
                <a:alpha val="60175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AC7A9116-77C3-395B-57B4-D49A79FBA229}"/>
                </a:ext>
              </a:extLst>
            </p:cNvPr>
            <p:cNvSpPr txBox="1"/>
            <p:nvPr/>
          </p:nvSpPr>
          <p:spPr>
            <a:xfrm>
              <a:off x="4765727" y="3246244"/>
              <a:ext cx="1002099" cy="4765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Knowledge</a:t>
              </a:r>
            </a:p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Transfer</a:t>
              </a:r>
            </a:p>
          </p:txBody>
        </p:sp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41B0B6A3-7DBE-D12C-7B5D-E5C0C59D774D}"/>
                </a:ext>
              </a:extLst>
            </p:cNvPr>
            <p:cNvSpPr txBox="1"/>
            <p:nvPr/>
          </p:nvSpPr>
          <p:spPr>
            <a:xfrm>
              <a:off x="4752807" y="4498287"/>
              <a:ext cx="1429001" cy="272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Fine-tuning</a:t>
              </a:r>
            </a:p>
          </p:txBody>
        </p:sp>
        <p:sp>
          <p:nvSpPr>
            <p:cNvPr id="1049" name="Trapezoid 1048">
              <a:extLst>
                <a:ext uri="{FF2B5EF4-FFF2-40B4-BE49-F238E27FC236}">
                  <a16:creationId xmlns:a16="http://schemas.microsoft.com/office/drawing/2014/main" id="{D3C91960-9577-4AAD-22C4-736454517816}"/>
                </a:ext>
              </a:extLst>
            </p:cNvPr>
            <p:cNvSpPr/>
            <p:nvPr/>
          </p:nvSpPr>
          <p:spPr>
            <a:xfrm rot="16200000">
              <a:off x="5670119" y="3931614"/>
              <a:ext cx="572284" cy="494787"/>
            </a:xfrm>
            <a:prstGeom prst="trapezoid">
              <a:avLst/>
            </a:prstGeom>
            <a:solidFill>
              <a:srgbClr val="FFD966">
                <a:alpha val="60000"/>
              </a:srgbClr>
            </a:solidFill>
            <a:ln>
              <a:solidFill>
                <a:srgbClr val="BF9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3600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Task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Head</a:t>
              </a:r>
              <a:endPara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50" name="直线箭头连接符 256">
              <a:extLst>
                <a:ext uri="{FF2B5EF4-FFF2-40B4-BE49-F238E27FC236}">
                  <a16:creationId xmlns:a16="http://schemas.microsoft.com/office/drawing/2014/main" id="{8A77CB56-E7C4-8BC1-CED8-FB66A2356F51}"/>
                </a:ext>
              </a:extLst>
            </p:cNvPr>
            <p:cNvCxnSpPr>
              <a:cxnSpLocks/>
              <a:stCxn id="1044" idx="3"/>
              <a:endCxn id="1049" idx="0"/>
            </p:cNvCxnSpPr>
            <p:nvPr/>
          </p:nvCxnSpPr>
          <p:spPr>
            <a:xfrm flipV="1">
              <a:off x="5524652" y="4179008"/>
              <a:ext cx="184216" cy="5795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1" name="直线箭头连接符 256">
              <a:extLst>
                <a:ext uri="{FF2B5EF4-FFF2-40B4-BE49-F238E27FC236}">
                  <a16:creationId xmlns:a16="http://schemas.microsoft.com/office/drawing/2014/main" id="{E78C066E-EEED-CD8A-9593-CD7B20463B2C}"/>
                </a:ext>
              </a:extLst>
            </p:cNvPr>
            <p:cNvCxnSpPr>
              <a:cxnSpLocks/>
              <a:stCxn id="1049" idx="2"/>
            </p:cNvCxnSpPr>
            <p:nvPr/>
          </p:nvCxnSpPr>
          <p:spPr>
            <a:xfrm flipV="1">
              <a:off x="6203655" y="4177506"/>
              <a:ext cx="346292" cy="1502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2" name="直线箭头连接符 256">
              <a:extLst>
                <a:ext uri="{FF2B5EF4-FFF2-40B4-BE49-F238E27FC236}">
                  <a16:creationId xmlns:a16="http://schemas.microsoft.com/office/drawing/2014/main" id="{C4145770-F04A-42E3-F33C-9CAA3F219201}"/>
                </a:ext>
              </a:extLst>
            </p:cNvPr>
            <p:cNvCxnSpPr>
              <a:cxnSpLocks/>
            </p:cNvCxnSpPr>
            <p:nvPr/>
          </p:nvCxnSpPr>
          <p:spPr>
            <a:xfrm>
              <a:off x="6203655" y="2757999"/>
              <a:ext cx="252347" cy="4761"/>
            </a:xfrm>
            <a:prstGeom prst="straightConnector1">
              <a:avLst/>
            </a:prstGeom>
            <a:ln w="28575">
              <a:solidFill>
                <a:srgbClr val="76717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CA66F7DA-DBD4-FAFB-F699-5745A6A12725}"/>
                </a:ext>
              </a:extLst>
            </p:cNvPr>
            <p:cNvSpPr txBox="1"/>
            <p:nvPr/>
          </p:nvSpPr>
          <p:spPr>
            <a:xfrm>
              <a:off x="6416975" y="4388448"/>
              <a:ext cx="1429001" cy="272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ECG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Outputs</a:t>
              </a:r>
            </a:p>
          </p:txBody>
        </p:sp>
        <p:pic>
          <p:nvPicPr>
            <p:cNvPr id="1054" name="Picture 1053">
              <a:extLst>
                <a:ext uri="{FF2B5EF4-FFF2-40B4-BE49-F238E27FC236}">
                  <a16:creationId xmlns:a16="http://schemas.microsoft.com/office/drawing/2014/main" id="{D7FD2C4F-38D0-A261-104B-9142C87F04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90"/>
            <a:stretch/>
          </p:blipFill>
          <p:spPr>
            <a:xfrm>
              <a:off x="6577953" y="3815249"/>
              <a:ext cx="1073645" cy="598656"/>
            </a:xfrm>
            <a:prstGeom prst="rect">
              <a:avLst/>
            </a:prstGeom>
          </p:spPr>
        </p:pic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76C1A9FB-5C50-1EA4-AF37-2A3DDD32E24C}"/>
                </a:ext>
              </a:extLst>
            </p:cNvPr>
            <p:cNvSpPr txBox="1"/>
            <p:nvPr/>
          </p:nvSpPr>
          <p:spPr>
            <a:xfrm>
              <a:off x="6331219" y="2998516"/>
              <a:ext cx="1587650" cy="4765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Sparse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Signal</a:t>
              </a:r>
              <a:r>
                <a:rPr lang="zh-CN" altLang="en-US" kern="100" dirty="0">
                  <a:latin typeface="Times New Roman" panose="02020603050405020304" pitchFamily="18" charset="0"/>
                </a:rPr>
                <a:t> </a:t>
              </a:r>
              <a:r>
                <a:rPr lang="en-US" altLang="zh-CN" kern="100" dirty="0">
                  <a:latin typeface="Times New Roman" panose="02020603050405020304" pitchFamily="18" charset="0"/>
                </a:rPr>
                <a:t>Recovery</a:t>
              </a:r>
            </a:p>
          </p:txBody>
        </p:sp>
        <p:sp>
          <p:nvSpPr>
            <p:cNvPr id="1056" name="Freeform 1055">
              <a:extLst>
                <a:ext uri="{FF2B5EF4-FFF2-40B4-BE49-F238E27FC236}">
                  <a16:creationId xmlns:a16="http://schemas.microsoft.com/office/drawing/2014/main" id="{7B235961-DE01-37EA-6DDA-4BA577D7D626}"/>
                </a:ext>
              </a:extLst>
            </p:cNvPr>
            <p:cNvSpPr/>
            <p:nvPr/>
          </p:nvSpPr>
          <p:spPr>
            <a:xfrm>
              <a:off x="6575417" y="2396989"/>
              <a:ext cx="1106905" cy="486427"/>
            </a:xfrm>
            <a:custGeom>
              <a:avLst/>
              <a:gdLst>
                <a:gd name="connsiteX0" fmla="*/ 0 w 1106905"/>
                <a:gd name="connsiteY0" fmla="*/ 360961 h 397582"/>
                <a:gd name="connsiteX1" fmla="*/ 110691 w 1106905"/>
                <a:gd name="connsiteY1" fmla="*/ 14 h 397582"/>
                <a:gd name="connsiteX2" fmla="*/ 206943 w 1106905"/>
                <a:gd name="connsiteY2" fmla="*/ 346523 h 397582"/>
                <a:gd name="connsiteX3" fmla="*/ 259882 w 1106905"/>
                <a:gd name="connsiteY3" fmla="*/ 255083 h 397582"/>
                <a:gd name="connsiteX4" fmla="*/ 283945 w 1106905"/>
                <a:gd name="connsiteY4" fmla="*/ 346523 h 397582"/>
                <a:gd name="connsiteX5" fmla="*/ 404261 w 1106905"/>
                <a:gd name="connsiteY5" fmla="*/ 4826 h 397582"/>
                <a:gd name="connsiteX6" fmla="*/ 490888 w 1106905"/>
                <a:gd name="connsiteY6" fmla="*/ 380212 h 397582"/>
                <a:gd name="connsiteX7" fmla="*/ 543827 w 1106905"/>
                <a:gd name="connsiteY7" fmla="*/ 279146 h 397582"/>
                <a:gd name="connsiteX8" fmla="*/ 591954 w 1106905"/>
                <a:gd name="connsiteY8" fmla="*/ 389837 h 397582"/>
                <a:gd name="connsiteX9" fmla="*/ 712269 w 1106905"/>
                <a:gd name="connsiteY9" fmla="*/ 19264 h 397582"/>
                <a:gd name="connsiteX10" fmla="*/ 822960 w 1106905"/>
                <a:gd name="connsiteY10" fmla="*/ 380212 h 397582"/>
                <a:gd name="connsiteX11" fmla="*/ 904775 w 1106905"/>
                <a:gd name="connsiteY11" fmla="*/ 269521 h 397582"/>
                <a:gd name="connsiteX12" fmla="*/ 967339 w 1106905"/>
                <a:gd name="connsiteY12" fmla="*/ 389837 h 397582"/>
                <a:gd name="connsiteX13" fmla="*/ 1106905 w 1106905"/>
                <a:gd name="connsiteY13" fmla="*/ 144393 h 397582"/>
                <a:gd name="connsiteX0" fmla="*/ 0 w 1106905"/>
                <a:gd name="connsiteY0" fmla="*/ 356212 h 392833"/>
                <a:gd name="connsiteX1" fmla="*/ 107516 w 1106905"/>
                <a:gd name="connsiteY1" fmla="*/ 11140 h 392833"/>
                <a:gd name="connsiteX2" fmla="*/ 206943 w 1106905"/>
                <a:gd name="connsiteY2" fmla="*/ 341774 h 392833"/>
                <a:gd name="connsiteX3" fmla="*/ 259882 w 1106905"/>
                <a:gd name="connsiteY3" fmla="*/ 250334 h 392833"/>
                <a:gd name="connsiteX4" fmla="*/ 283945 w 1106905"/>
                <a:gd name="connsiteY4" fmla="*/ 341774 h 392833"/>
                <a:gd name="connsiteX5" fmla="*/ 404261 w 1106905"/>
                <a:gd name="connsiteY5" fmla="*/ 77 h 392833"/>
                <a:gd name="connsiteX6" fmla="*/ 490888 w 1106905"/>
                <a:gd name="connsiteY6" fmla="*/ 375463 h 392833"/>
                <a:gd name="connsiteX7" fmla="*/ 543827 w 1106905"/>
                <a:gd name="connsiteY7" fmla="*/ 274397 h 392833"/>
                <a:gd name="connsiteX8" fmla="*/ 591954 w 1106905"/>
                <a:gd name="connsiteY8" fmla="*/ 385088 h 392833"/>
                <a:gd name="connsiteX9" fmla="*/ 712269 w 1106905"/>
                <a:gd name="connsiteY9" fmla="*/ 14515 h 392833"/>
                <a:gd name="connsiteX10" fmla="*/ 822960 w 1106905"/>
                <a:gd name="connsiteY10" fmla="*/ 375463 h 392833"/>
                <a:gd name="connsiteX11" fmla="*/ 904775 w 1106905"/>
                <a:gd name="connsiteY11" fmla="*/ 264772 h 392833"/>
                <a:gd name="connsiteX12" fmla="*/ 967339 w 1106905"/>
                <a:gd name="connsiteY12" fmla="*/ 385088 h 392833"/>
                <a:gd name="connsiteX13" fmla="*/ 1106905 w 1106905"/>
                <a:gd name="connsiteY13" fmla="*/ 139644 h 392833"/>
                <a:gd name="connsiteX0" fmla="*/ 0 w 1106905"/>
                <a:gd name="connsiteY0" fmla="*/ 356212 h 392833"/>
                <a:gd name="connsiteX1" fmla="*/ 107516 w 1106905"/>
                <a:gd name="connsiteY1" fmla="*/ 11140 h 392833"/>
                <a:gd name="connsiteX2" fmla="*/ 206943 w 1106905"/>
                <a:gd name="connsiteY2" fmla="*/ 341774 h 392833"/>
                <a:gd name="connsiteX3" fmla="*/ 247182 w 1106905"/>
                <a:gd name="connsiteY3" fmla="*/ 250334 h 392833"/>
                <a:gd name="connsiteX4" fmla="*/ 283945 w 1106905"/>
                <a:gd name="connsiteY4" fmla="*/ 341774 h 392833"/>
                <a:gd name="connsiteX5" fmla="*/ 404261 w 1106905"/>
                <a:gd name="connsiteY5" fmla="*/ 77 h 392833"/>
                <a:gd name="connsiteX6" fmla="*/ 490888 w 1106905"/>
                <a:gd name="connsiteY6" fmla="*/ 375463 h 392833"/>
                <a:gd name="connsiteX7" fmla="*/ 543827 w 1106905"/>
                <a:gd name="connsiteY7" fmla="*/ 274397 h 392833"/>
                <a:gd name="connsiteX8" fmla="*/ 591954 w 1106905"/>
                <a:gd name="connsiteY8" fmla="*/ 385088 h 392833"/>
                <a:gd name="connsiteX9" fmla="*/ 712269 w 1106905"/>
                <a:gd name="connsiteY9" fmla="*/ 14515 h 392833"/>
                <a:gd name="connsiteX10" fmla="*/ 822960 w 1106905"/>
                <a:gd name="connsiteY10" fmla="*/ 375463 h 392833"/>
                <a:gd name="connsiteX11" fmla="*/ 904775 w 1106905"/>
                <a:gd name="connsiteY11" fmla="*/ 264772 h 392833"/>
                <a:gd name="connsiteX12" fmla="*/ 967339 w 1106905"/>
                <a:gd name="connsiteY12" fmla="*/ 385088 h 392833"/>
                <a:gd name="connsiteX13" fmla="*/ 1106905 w 1106905"/>
                <a:gd name="connsiteY13" fmla="*/ 139644 h 392833"/>
                <a:gd name="connsiteX0" fmla="*/ 0 w 1106905"/>
                <a:gd name="connsiteY0" fmla="*/ 345087 h 381708"/>
                <a:gd name="connsiteX1" fmla="*/ 107516 w 1106905"/>
                <a:gd name="connsiteY1" fmla="*/ 15 h 381708"/>
                <a:gd name="connsiteX2" fmla="*/ 206943 w 1106905"/>
                <a:gd name="connsiteY2" fmla="*/ 330649 h 381708"/>
                <a:gd name="connsiteX3" fmla="*/ 247182 w 1106905"/>
                <a:gd name="connsiteY3" fmla="*/ 239209 h 381708"/>
                <a:gd name="connsiteX4" fmla="*/ 283945 w 1106905"/>
                <a:gd name="connsiteY4" fmla="*/ 330649 h 381708"/>
                <a:gd name="connsiteX5" fmla="*/ 416961 w 1106905"/>
                <a:gd name="connsiteY5" fmla="*/ 1652 h 381708"/>
                <a:gd name="connsiteX6" fmla="*/ 490888 w 1106905"/>
                <a:gd name="connsiteY6" fmla="*/ 364338 h 381708"/>
                <a:gd name="connsiteX7" fmla="*/ 543827 w 1106905"/>
                <a:gd name="connsiteY7" fmla="*/ 263272 h 381708"/>
                <a:gd name="connsiteX8" fmla="*/ 591954 w 1106905"/>
                <a:gd name="connsiteY8" fmla="*/ 373963 h 381708"/>
                <a:gd name="connsiteX9" fmla="*/ 712269 w 1106905"/>
                <a:gd name="connsiteY9" fmla="*/ 3390 h 381708"/>
                <a:gd name="connsiteX10" fmla="*/ 822960 w 1106905"/>
                <a:gd name="connsiteY10" fmla="*/ 364338 h 381708"/>
                <a:gd name="connsiteX11" fmla="*/ 904775 w 1106905"/>
                <a:gd name="connsiteY11" fmla="*/ 253647 h 381708"/>
                <a:gd name="connsiteX12" fmla="*/ 967339 w 1106905"/>
                <a:gd name="connsiteY12" fmla="*/ 373963 h 381708"/>
                <a:gd name="connsiteX13" fmla="*/ 1106905 w 1106905"/>
                <a:gd name="connsiteY13" fmla="*/ 128519 h 381708"/>
                <a:gd name="connsiteX0" fmla="*/ 0 w 1106905"/>
                <a:gd name="connsiteY0" fmla="*/ 345087 h 381708"/>
                <a:gd name="connsiteX1" fmla="*/ 107516 w 1106905"/>
                <a:gd name="connsiteY1" fmla="*/ 15 h 381708"/>
                <a:gd name="connsiteX2" fmla="*/ 206943 w 1106905"/>
                <a:gd name="connsiteY2" fmla="*/ 330649 h 381708"/>
                <a:gd name="connsiteX3" fmla="*/ 247182 w 1106905"/>
                <a:gd name="connsiteY3" fmla="*/ 239209 h 381708"/>
                <a:gd name="connsiteX4" fmla="*/ 283945 w 1106905"/>
                <a:gd name="connsiteY4" fmla="*/ 330649 h 381708"/>
                <a:gd name="connsiteX5" fmla="*/ 416961 w 1106905"/>
                <a:gd name="connsiteY5" fmla="*/ 1652 h 381708"/>
                <a:gd name="connsiteX6" fmla="*/ 490888 w 1106905"/>
                <a:gd name="connsiteY6" fmla="*/ 364338 h 381708"/>
                <a:gd name="connsiteX7" fmla="*/ 543827 w 1106905"/>
                <a:gd name="connsiteY7" fmla="*/ 263272 h 381708"/>
                <a:gd name="connsiteX8" fmla="*/ 591954 w 1106905"/>
                <a:gd name="connsiteY8" fmla="*/ 373963 h 381708"/>
                <a:gd name="connsiteX9" fmla="*/ 712269 w 1106905"/>
                <a:gd name="connsiteY9" fmla="*/ 3390 h 381708"/>
                <a:gd name="connsiteX10" fmla="*/ 822960 w 1106905"/>
                <a:gd name="connsiteY10" fmla="*/ 364338 h 381708"/>
                <a:gd name="connsiteX11" fmla="*/ 904775 w 1106905"/>
                <a:gd name="connsiteY11" fmla="*/ 253647 h 381708"/>
                <a:gd name="connsiteX12" fmla="*/ 967339 w 1106905"/>
                <a:gd name="connsiteY12" fmla="*/ 373963 h 381708"/>
                <a:gd name="connsiteX13" fmla="*/ 1106905 w 1106905"/>
                <a:gd name="connsiteY13" fmla="*/ 128519 h 381708"/>
                <a:gd name="connsiteX0" fmla="*/ 0 w 1106905"/>
                <a:gd name="connsiteY0" fmla="*/ 345087 h 380148"/>
                <a:gd name="connsiteX1" fmla="*/ 107516 w 1106905"/>
                <a:gd name="connsiteY1" fmla="*/ 15 h 380148"/>
                <a:gd name="connsiteX2" fmla="*/ 206943 w 1106905"/>
                <a:gd name="connsiteY2" fmla="*/ 330649 h 380148"/>
                <a:gd name="connsiteX3" fmla="*/ 247182 w 1106905"/>
                <a:gd name="connsiteY3" fmla="*/ 239209 h 380148"/>
                <a:gd name="connsiteX4" fmla="*/ 283945 w 1106905"/>
                <a:gd name="connsiteY4" fmla="*/ 330649 h 380148"/>
                <a:gd name="connsiteX5" fmla="*/ 416961 w 1106905"/>
                <a:gd name="connsiteY5" fmla="*/ 1652 h 380148"/>
                <a:gd name="connsiteX6" fmla="*/ 490888 w 1106905"/>
                <a:gd name="connsiteY6" fmla="*/ 364338 h 380148"/>
                <a:gd name="connsiteX7" fmla="*/ 540652 w 1106905"/>
                <a:gd name="connsiteY7" fmla="*/ 244222 h 380148"/>
                <a:gd name="connsiteX8" fmla="*/ 591954 w 1106905"/>
                <a:gd name="connsiteY8" fmla="*/ 373963 h 380148"/>
                <a:gd name="connsiteX9" fmla="*/ 712269 w 1106905"/>
                <a:gd name="connsiteY9" fmla="*/ 3390 h 380148"/>
                <a:gd name="connsiteX10" fmla="*/ 822960 w 1106905"/>
                <a:gd name="connsiteY10" fmla="*/ 364338 h 380148"/>
                <a:gd name="connsiteX11" fmla="*/ 904775 w 1106905"/>
                <a:gd name="connsiteY11" fmla="*/ 253647 h 380148"/>
                <a:gd name="connsiteX12" fmla="*/ 967339 w 1106905"/>
                <a:gd name="connsiteY12" fmla="*/ 373963 h 380148"/>
                <a:gd name="connsiteX13" fmla="*/ 1106905 w 1106905"/>
                <a:gd name="connsiteY13" fmla="*/ 128519 h 380148"/>
                <a:gd name="connsiteX0" fmla="*/ 0 w 1106905"/>
                <a:gd name="connsiteY0" fmla="*/ 345087 h 380148"/>
                <a:gd name="connsiteX1" fmla="*/ 107516 w 1106905"/>
                <a:gd name="connsiteY1" fmla="*/ 15 h 380148"/>
                <a:gd name="connsiteX2" fmla="*/ 206943 w 1106905"/>
                <a:gd name="connsiteY2" fmla="*/ 330649 h 380148"/>
                <a:gd name="connsiteX3" fmla="*/ 244007 w 1106905"/>
                <a:gd name="connsiteY3" fmla="*/ 191584 h 380148"/>
                <a:gd name="connsiteX4" fmla="*/ 283945 w 1106905"/>
                <a:gd name="connsiteY4" fmla="*/ 330649 h 380148"/>
                <a:gd name="connsiteX5" fmla="*/ 416961 w 1106905"/>
                <a:gd name="connsiteY5" fmla="*/ 1652 h 380148"/>
                <a:gd name="connsiteX6" fmla="*/ 490888 w 1106905"/>
                <a:gd name="connsiteY6" fmla="*/ 364338 h 380148"/>
                <a:gd name="connsiteX7" fmla="*/ 540652 w 1106905"/>
                <a:gd name="connsiteY7" fmla="*/ 244222 h 380148"/>
                <a:gd name="connsiteX8" fmla="*/ 591954 w 1106905"/>
                <a:gd name="connsiteY8" fmla="*/ 373963 h 380148"/>
                <a:gd name="connsiteX9" fmla="*/ 712269 w 1106905"/>
                <a:gd name="connsiteY9" fmla="*/ 3390 h 380148"/>
                <a:gd name="connsiteX10" fmla="*/ 822960 w 1106905"/>
                <a:gd name="connsiteY10" fmla="*/ 364338 h 380148"/>
                <a:gd name="connsiteX11" fmla="*/ 904775 w 1106905"/>
                <a:gd name="connsiteY11" fmla="*/ 253647 h 380148"/>
                <a:gd name="connsiteX12" fmla="*/ 967339 w 1106905"/>
                <a:gd name="connsiteY12" fmla="*/ 373963 h 380148"/>
                <a:gd name="connsiteX13" fmla="*/ 1106905 w 1106905"/>
                <a:gd name="connsiteY13" fmla="*/ 128519 h 380148"/>
                <a:gd name="connsiteX0" fmla="*/ 0 w 1106905"/>
                <a:gd name="connsiteY0" fmla="*/ 345087 h 380148"/>
                <a:gd name="connsiteX1" fmla="*/ 107516 w 1106905"/>
                <a:gd name="connsiteY1" fmla="*/ 15 h 380148"/>
                <a:gd name="connsiteX2" fmla="*/ 206943 w 1106905"/>
                <a:gd name="connsiteY2" fmla="*/ 330649 h 380148"/>
                <a:gd name="connsiteX3" fmla="*/ 244007 w 1106905"/>
                <a:gd name="connsiteY3" fmla="*/ 191584 h 380148"/>
                <a:gd name="connsiteX4" fmla="*/ 283945 w 1106905"/>
                <a:gd name="connsiteY4" fmla="*/ 330649 h 380148"/>
                <a:gd name="connsiteX5" fmla="*/ 410611 w 1106905"/>
                <a:gd name="connsiteY5" fmla="*/ 58802 h 380148"/>
                <a:gd name="connsiteX6" fmla="*/ 490888 w 1106905"/>
                <a:gd name="connsiteY6" fmla="*/ 364338 h 380148"/>
                <a:gd name="connsiteX7" fmla="*/ 540652 w 1106905"/>
                <a:gd name="connsiteY7" fmla="*/ 244222 h 380148"/>
                <a:gd name="connsiteX8" fmla="*/ 591954 w 1106905"/>
                <a:gd name="connsiteY8" fmla="*/ 373963 h 380148"/>
                <a:gd name="connsiteX9" fmla="*/ 712269 w 1106905"/>
                <a:gd name="connsiteY9" fmla="*/ 3390 h 380148"/>
                <a:gd name="connsiteX10" fmla="*/ 822960 w 1106905"/>
                <a:gd name="connsiteY10" fmla="*/ 364338 h 380148"/>
                <a:gd name="connsiteX11" fmla="*/ 904775 w 1106905"/>
                <a:gd name="connsiteY11" fmla="*/ 253647 h 380148"/>
                <a:gd name="connsiteX12" fmla="*/ 967339 w 1106905"/>
                <a:gd name="connsiteY12" fmla="*/ 373963 h 380148"/>
                <a:gd name="connsiteX13" fmla="*/ 1106905 w 1106905"/>
                <a:gd name="connsiteY13" fmla="*/ 128519 h 380148"/>
                <a:gd name="connsiteX0" fmla="*/ 0 w 1106905"/>
                <a:gd name="connsiteY0" fmla="*/ 446476 h 486427"/>
                <a:gd name="connsiteX1" fmla="*/ 107516 w 1106905"/>
                <a:gd name="connsiteY1" fmla="*/ 101404 h 486427"/>
                <a:gd name="connsiteX2" fmla="*/ 206943 w 1106905"/>
                <a:gd name="connsiteY2" fmla="*/ 432038 h 486427"/>
                <a:gd name="connsiteX3" fmla="*/ 244007 w 1106905"/>
                <a:gd name="connsiteY3" fmla="*/ 292973 h 486427"/>
                <a:gd name="connsiteX4" fmla="*/ 283945 w 1106905"/>
                <a:gd name="connsiteY4" fmla="*/ 432038 h 486427"/>
                <a:gd name="connsiteX5" fmla="*/ 410611 w 1106905"/>
                <a:gd name="connsiteY5" fmla="*/ 160191 h 486427"/>
                <a:gd name="connsiteX6" fmla="*/ 490888 w 1106905"/>
                <a:gd name="connsiteY6" fmla="*/ 465727 h 486427"/>
                <a:gd name="connsiteX7" fmla="*/ 540652 w 1106905"/>
                <a:gd name="connsiteY7" fmla="*/ 345611 h 486427"/>
                <a:gd name="connsiteX8" fmla="*/ 591954 w 1106905"/>
                <a:gd name="connsiteY8" fmla="*/ 475352 h 486427"/>
                <a:gd name="connsiteX9" fmla="*/ 718619 w 1106905"/>
                <a:gd name="connsiteY9" fmla="*/ 4 h 486427"/>
                <a:gd name="connsiteX10" fmla="*/ 822960 w 1106905"/>
                <a:gd name="connsiteY10" fmla="*/ 465727 h 486427"/>
                <a:gd name="connsiteX11" fmla="*/ 904775 w 1106905"/>
                <a:gd name="connsiteY11" fmla="*/ 355036 h 486427"/>
                <a:gd name="connsiteX12" fmla="*/ 967339 w 1106905"/>
                <a:gd name="connsiteY12" fmla="*/ 475352 h 486427"/>
                <a:gd name="connsiteX13" fmla="*/ 1106905 w 1106905"/>
                <a:gd name="connsiteY13" fmla="*/ 229908 h 486427"/>
                <a:gd name="connsiteX0" fmla="*/ 0 w 1106905"/>
                <a:gd name="connsiteY0" fmla="*/ 446476 h 486427"/>
                <a:gd name="connsiteX1" fmla="*/ 107516 w 1106905"/>
                <a:gd name="connsiteY1" fmla="*/ 101404 h 486427"/>
                <a:gd name="connsiteX2" fmla="*/ 206943 w 1106905"/>
                <a:gd name="connsiteY2" fmla="*/ 432038 h 486427"/>
                <a:gd name="connsiteX3" fmla="*/ 244007 w 1106905"/>
                <a:gd name="connsiteY3" fmla="*/ 292973 h 486427"/>
                <a:gd name="connsiteX4" fmla="*/ 283945 w 1106905"/>
                <a:gd name="connsiteY4" fmla="*/ 432038 h 486427"/>
                <a:gd name="connsiteX5" fmla="*/ 410611 w 1106905"/>
                <a:gd name="connsiteY5" fmla="*/ 160191 h 486427"/>
                <a:gd name="connsiteX6" fmla="*/ 490888 w 1106905"/>
                <a:gd name="connsiteY6" fmla="*/ 465727 h 486427"/>
                <a:gd name="connsiteX7" fmla="*/ 540652 w 1106905"/>
                <a:gd name="connsiteY7" fmla="*/ 345611 h 486427"/>
                <a:gd name="connsiteX8" fmla="*/ 591954 w 1106905"/>
                <a:gd name="connsiteY8" fmla="*/ 475352 h 486427"/>
                <a:gd name="connsiteX9" fmla="*/ 718619 w 1106905"/>
                <a:gd name="connsiteY9" fmla="*/ 4 h 486427"/>
                <a:gd name="connsiteX10" fmla="*/ 822960 w 1106905"/>
                <a:gd name="connsiteY10" fmla="*/ 465727 h 486427"/>
                <a:gd name="connsiteX11" fmla="*/ 898425 w 1106905"/>
                <a:gd name="connsiteY11" fmla="*/ 351861 h 486427"/>
                <a:gd name="connsiteX12" fmla="*/ 967339 w 1106905"/>
                <a:gd name="connsiteY12" fmla="*/ 475352 h 486427"/>
                <a:gd name="connsiteX13" fmla="*/ 1106905 w 1106905"/>
                <a:gd name="connsiteY13" fmla="*/ 229908 h 486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06905" h="486427">
                  <a:moveTo>
                    <a:pt x="0" y="446476"/>
                  </a:moveTo>
                  <a:cubicBezTo>
                    <a:pt x="38100" y="267205"/>
                    <a:pt x="73026" y="103810"/>
                    <a:pt x="107516" y="101404"/>
                  </a:cubicBezTo>
                  <a:cubicBezTo>
                    <a:pt x="142006" y="98998"/>
                    <a:pt x="184195" y="400110"/>
                    <a:pt x="206943" y="432038"/>
                  </a:cubicBezTo>
                  <a:cubicBezTo>
                    <a:pt x="229691" y="463966"/>
                    <a:pt x="231173" y="292973"/>
                    <a:pt x="244007" y="292973"/>
                  </a:cubicBezTo>
                  <a:cubicBezTo>
                    <a:pt x="256841" y="292973"/>
                    <a:pt x="256178" y="454168"/>
                    <a:pt x="283945" y="432038"/>
                  </a:cubicBezTo>
                  <a:cubicBezTo>
                    <a:pt x="311712" y="409908"/>
                    <a:pt x="366596" y="164101"/>
                    <a:pt x="410611" y="160191"/>
                  </a:cubicBezTo>
                  <a:cubicBezTo>
                    <a:pt x="454626" y="156281"/>
                    <a:pt x="469215" y="434824"/>
                    <a:pt x="490888" y="465727"/>
                  </a:cubicBezTo>
                  <a:cubicBezTo>
                    <a:pt x="512562" y="496630"/>
                    <a:pt x="523808" y="344007"/>
                    <a:pt x="540652" y="345611"/>
                  </a:cubicBezTo>
                  <a:cubicBezTo>
                    <a:pt x="557496" y="347215"/>
                    <a:pt x="562293" y="532953"/>
                    <a:pt x="591954" y="475352"/>
                  </a:cubicBezTo>
                  <a:cubicBezTo>
                    <a:pt x="621615" y="417751"/>
                    <a:pt x="680118" y="1608"/>
                    <a:pt x="718619" y="4"/>
                  </a:cubicBezTo>
                  <a:cubicBezTo>
                    <a:pt x="757120" y="-1600"/>
                    <a:pt x="792992" y="407084"/>
                    <a:pt x="822960" y="465727"/>
                  </a:cubicBezTo>
                  <a:cubicBezTo>
                    <a:pt x="852928" y="524370"/>
                    <a:pt x="874362" y="350257"/>
                    <a:pt x="898425" y="351861"/>
                  </a:cubicBezTo>
                  <a:cubicBezTo>
                    <a:pt x="922488" y="353465"/>
                    <a:pt x="933651" y="496207"/>
                    <a:pt x="967339" y="475352"/>
                  </a:cubicBezTo>
                  <a:cubicBezTo>
                    <a:pt x="1001027" y="454497"/>
                    <a:pt x="1053966" y="342202"/>
                    <a:pt x="1106905" y="229908"/>
                  </a:cubicBezTo>
                </a:path>
              </a:pathLst>
            </a:cu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79A5BAC8-C3F4-C239-3DBD-007460F58727}"/>
                </a:ext>
              </a:extLst>
            </p:cNvPr>
            <p:cNvSpPr txBox="1"/>
            <p:nvPr/>
          </p:nvSpPr>
          <p:spPr>
            <a:xfrm>
              <a:off x="7615987" y="2903478"/>
              <a:ext cx="193148" cy="272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kern="100" dirty="0">
                  <a:latin typeface="Times New Roman" panose="02020603050405020304" pitchFamily="18" charset="0"/>
                </a:rPr>
                <a:t>t</a:t>
              </a:r>
            </a:p>
          </p:txBody>
        </p:sp>
        <p:cxnSp>
          <p:nvCxnSpPr>
            <p:cNvPr id="1058" name="直线箭头连接符 256">
              <a:extLst>
                <a:ext uri="{FF2B5EF4-FFF2-40B4-BE49-F238E27FC236}">
                  <a16:creationId xmlns:a16="http://schemas.microsoft.com/office/drawing/2014/main" id="{3A33844B-341A-7B01-C9E0-24215FB017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908" y="2498393"/>
              <a:ext cx="2548" cy="466448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headEnd type="none"/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9" name="直线箭头连接符 256">
              <a:extLst>
                <a:ext uri="{FF2B5EF4-FFF2-40B4-BE49-F238E27FC236}">
                  <a16:creationId xmlns:a16="http://schemas.microsoft.com/office/drawing/2014/main" id="{9E6C8A78-12BC-7FF8-B0A6-DE71A086DE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1834" y="2557180"/>
              <a:ext cx="2200" cy="402205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headEnd type="none"/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0" name="直线箭头连接符 256">
              <a:extLst>
                <a:ext uri="{FF2B5EF4-FFF2-40B4-BE49-F238E27FC236}">
                  <a16:creationId xmlns:a16="http://schemas.microsoft.com/office/drawing/2014/main" id="{B3C7F948-1064-2B40-6DF8-7CA9D855123A}"/>
                </a:ext>
              </a:extLst>
            </p:cNvPr>
            <p:cNvCxnSpPr>
              <a:cxnSpLocks/>
              <a:endCxn id="1056" idx="9"/>
            </p:cNvCxnSpPr>
            <p:nvPr/>
          </p:nvCxnSpPr>
          <p:spPr>
            <a:xfrm flipV="1">
              <a:off x="7283896" y="2396993"/>
              <a:ext cx="10140" cy="569332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headEnd type="none"/>
              <a:tailEnd type="arrow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1" name="直线箭头连接符 256">
              <a:extLst>
                <a:ext uri="{FF2B5EF4-FFF2-40B4-BE49-F238E27FC236}">
                  <a16:creationId xmlns:a16="http://schemas.microsoft.com/office/drawing/2014/main" id="{1E15BCF6-063E-4A1B-FA30-692DFD6AB641}"/>
                </a:ext>
              </a:extLst>
            </p:cNvPr>
            <p:cNvCxnSpPr>
              <a:cxnSpLocks/>
            </p:cNvCxnSpPr>
            <p:nvPr/>
          </p:nvCxnSpPr>
          <p:spPr>
            <a:xfrm>
              <a:off x="6607027" y="2967809"/>
              <a:ext cx="1116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66" name="Picture 2" descr="Deep Learning icons for free download | Freepik">
            <a:extLst>
              <a:ext uri="{FF2B5EF4-FFF2-40B4-BE49-F238E27FC236}">
                <a16:creationId xmlns:a16="http://schemas.microsoft.com/office/drawing/2014/main" id="{EFB71F0C-772B-EB0D-55B9-CEFB88257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2299" y="7653024"/>
            <a:ext cx="988043" cy="98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7" name="TextBox 1086">
            <a:extLst>
              <a:ext uri="{FF2B5EF4-FFF2-40B4-BE49-F238E27FC236}">
                <a16:creationId xmlns:a16="http://schemas.microsoft.com/office/drawing/2014/main" id="{684C948D-D16E-4859-5F69-A9FEB013A8FF}"/>
              </a:ext>
            </a:extLst>
          </p:cNvPr>
          <p:cNvSpPr txBox="1"/>
          <p:nvPr/>
        </p:nvSpPr>
        <p:spPr>
          <a:xfrm>
            <a:off x="10404220" y="8717910"/>
            <a:ext cx="1613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kern="100" dirty="0">
                <a:latin typeface="Times New Roman" panose="02020603050405020304" pitchFamily="18" charset="0"/>
              </a:rPr>
              <a:t>Multi-task</a:t>
            </a:r>
            <a:r>
              <a:rPr lang="zh-CN" altLang="en-US" kern="100" dirty="0">
                <a:latin typeface="Times New Roman" panose="02020603050405020304" pitchFamily="18" charset="0"/>
              </a:rPr>
              <a:t> </a:t>
            </a:r>
            <a:r>
              <a:rPr lang="en-US" altLang="zh-CN" kern="100" dirty="0">
                <a:latin typeface="Times New Roman" panose="02020603050405020304" pitchFamily="18" charset="0"/>
              </a:rPr>
              <a:t>Learning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2173F01-E128-12D9-4C01-C71F2FCC5975}"/>
              </a:ext>
            </a:extLst>
          </p:cNvPr>
          <p:cNvCxnSpPr>
            <a:cxnSpLocks/>
            <a:stCxn id="51" idx="3"/>
            <a:endCxn id="45" idx="1"/>
          </p:cNvCxnSpPr>
          <p:nvPr/>
        </p:nvCxnSpPr>
        <p:spPr>
          <a:xfrm>
            <a:off x="2351940" y="5303559"/>
            <a:ext cx="9906004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58C29B6-F821-F209-EA4C-C951637485E9}"/>
              </a:ext>
            </a:extLst>
          </p:cNvPr>
          <p:cNvSpPr/>
          <p:nvPr/>
        </p:nvSpPr>
        <p:spPr>
          <a:xfrm>
            <a:off x="12257944" y="4818116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A6F0E60-27FC-09BB-ED72-EEE4B606869B}"/>
              </a:ext>
            </a:extLst>
          </p:cNvPr>
          <p:cNvSpPr/>
          <p:nvPr/>
        </p:nvSpPr>
        <p:spPr>
          <a:xfrm>
            <a:off x="131054" y="4818116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CN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14">
            <a:extLst>
              <a:ext uri="{FF2B5EF4-FFF2-40B4-BE49-F238E27FC236}">
                <a16:creationId xmlns:a16="http://schemas.microsoft.com/office/drawing/2014/main" id="{FE6294FE-91E9-99C6-4C4F-F018308488B0}"/>
              </a:ext>
            </a:extLst>
          </p:cNvPr>
          <p:cNvSpPr txBox="1"/>
          <p:nvPr/>
        </p:nvSpPr>
        <p:spPr>
          <a:xfrm>
            <a:off x="12789555" y="5789001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39ACFA7-DBD0-543C-0634-AD33344FE8FE}"/>
              </a:ext>
            </a:extLst>
          </p:cNvPr>
          <p:cNvSpPr/>
          <p:nvPr/>
        </p:nvSpPr>
        <p:spPr>
          <a:xfrm>
            <a:off x="2675592" y="5522982"/>
            <a:ext cx="2220886" cy="970885"/>
          </a:xfrm>
          <a:prstGeom prst="roundRect">
            <a:avLst/>
          </a:prstGeom>
          <a:solidFill>
            <a:srgbClr val="FBE5D6"/>
          </a:solidFill>
          <a:ln w="34925">
            <a:solidFill>
              <a:srgbClr val="843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2" name="Elbow Connector 511">
            <a:extLst>
              <a:ext uri="{FF2B5EF4-FFF2-40B4-BE49-F238E27FC236}">
                <a16:creationId xmlns:a16="http://schemas.microsoft.com/office/drawing/2014/main" id="{9D46FF2C-ECC0-46A7-CAD6-917C5A3A3308}"/>
              </a:ext>
            </a:extLst>
          </p:cNvPr>
          <p:cNvCxnSpPr>
            <a:cxnSpLocks/>
            <a:stCxn id="51" idx="3"/>
            <a:endCxn id="63" idx="0"/>
          </p:cNvCxnSpPr>
          <p:nvPr/>
        </p:nvCxnSpPr>
        <p:spPr>
          <a:xfrm>
            <a:off x="2351940" y="5303559"/>
            <a:ext cx="1434095" cy="219423"/>
          </a:xfrm>
          <a:prstGeom prst="bent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Elbow Connector 536">
            <a:extLst>
              <a:ext uri="{FF2B5EF4-FFF2-40B4-BE49-F238E27FC236}">
                <a16:creationId xmlns:a16="http://schemas.microsoft.com/office/drawing/2014/main" id="{D0BFB7E9-AFFB-C178-1D80-3AA9127F512B}"/>
              </a:ext>
            </a:extLst>
          </p:cNvPr>
          <p:cNvCxnSpPr>
            <a:cxnSpLocks/>
            <a:stCxn id="51" idx="3"/>
            <a:endCxn id="6" idx="2"/>
          </p:cNvCxnSpPr>
          <p:nvPr/>
        </p:nvCxnSpPr>
        <p:spPr>
          <a:xfrm flipV="1">
            <a:off x="2351940" y="5083877"/>
            <a:ext cx="8528144" cy="219682"/>
          </a:xfrm>
          <a:prstGeom prst="bent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文本框 14">
            <a:extLst>
              <a:ext uri="{FF2B5EF4-FFF2-40B4-BE49-F238E27FC236}">
                <a16:creationId xmlns:a16="http://schemas.microsoft.com/office/drawing/2014/main" id="{A6B17874-58A2-4A5B-BE1D-55B119233684}"/>
              </a:ext>
            </a:extLst>
          </p:cNvPr>
          <p:cNvSpPr txBox="1"/>
          <p:nvPr/>
        </p:nvSpPr>
        <p:spPr>
          <a:xfrm>
            <a:off x="644828" y="4448333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54" name="文本框 14">
            <a:extLst>
              <a:ext uri="{FF2B5EF4-FFF2-40B4-BE49-F238E27FC236}">
                <a16:creationId xmlns:a16="http://schemas.microsoft.com/office/drawing/2014/main" id="{82EDA628-3D95-6738-4282-742714237390}"/>
              </a:ext>
            </a:extLst>
          </p:cNvPr>
          <p:cNvSpPr txBox="1"/>
          <p:nvPr/>
        </p:nvSpPr>
        <p:spPr>
          <a:xfrm>
            <a:off x="1429121" y="6140920"/>
            <a:ext cx="1294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50"/>
              </a:spcBef>
            </a:pPr>
            <a:r>
              <a:rPr lang="en-US" altLang="zh-CN" b="1" kern="100" dirty="0">
                <a:latin typeface="Times New Roman" panose="02020603050405020304" pitchFamily="18" charset="0"/>
              </a:rPr>
              <a:t>Chapter</a:t>
            </a:r>
            <a:r>
              <a:rPr lang="zh-CN" altLang="en-US" b="1" kern="100" dirty="0">
                <a:latin typeface="Times New Roman" panose="02020603050405020304" pitchFamily="18" charset="0"/>
              </a:rPr>
              <a:t> </a:t>
            </a:r>
            <a:r>
              <a:rPr lang="en-US" altLang="zh-CN" b="1" kern="100" dirty="0">
                <a:latin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030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72379</TotalTime>
  <Words>82</Words>
  <Application>Microsoft Macintosh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</dc:creator>
  <cp:lastModifiedBy>Zhang, Yuanyuan [sgyzh127]</cp:lastModifiedBy>
  <cp:revision>368</cp:revision>
  <cp:lastPrinted>2021-09-11T15:09:31Z</cp:lastPrinted>
  <dcterms:created xsi:type="dcterms:W3CDTF">2021-09-09T10:17:34Z</dcterms:created>
  <dcterms:modified xsi:type="dcterms:W3CDTF">2025-08-11T08:43:22Z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