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sldIdLst>
    <p:sldId id="564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C75A11"/>
    <a:srgbClr val="C65A11"/>
    <a:srgbClr val="767171"/>
    <a:srgbClr val="385723"/>
    <a:srgbClr val="7997CC"/>
    <a:srgbClr val="D7BF7E"/>
    <a:srgbClr val="FAEAAA"/>
    <a:srgbClr val="538234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32" autoAdjust="0"/>
    <p:restoredTop sz="97030"/>
  </p:normalViewPr>
  <p:slideViewPr>
    <p:cSldViewPr snapToGrid="0">
      <p:cViewPr>
        <p:scale>
          <a:sx n="68" d="100"/>
          <a:sy n="68" d="100"/>
        </p:scale>
        <p:origin x="1320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21CA-11D2-FE45-464E-9EBCA155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FC959C-FBDF-A6E8-1531-9F55B14AC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FD4E67-6D6C-6DBD-2BBB-D81FF6A70B1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67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22929-8D04-F84D-8435-1F93213EE224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71A7-465B-7947-83B1-CB7238E27686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B366-E249-8545-982D-E96378BBAC2D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AC20-6770-D34F-9308-718C0AE9D56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4035-B419-9245-86B4-CB668996A490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C118-A5A8-D94E-86CF-BA313BA47A0D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46C2-2F8B-5D4C-AB7E-A009B6015ABB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88A3-47F4-C64A-965B-8F6A2766F8DD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F128-6D76-D64D-9F16-F819398E651E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EF3B-EB08-DE4D-8F1F-D62D9AC84E5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0.emf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8.emf"/><Relationship Id="rId5" Type="http://schemas.openxmlformats.org/officeDocument/2006/relationships/image" Target="../media/image3.emf"/><Relationship Id="rId10" Type="http://schemas.openxmlformats.org/officeDocument/2006/relationships/hyperlink" Target="https://www.google.com/url?sa=i&amp;url=https%3A%2F%2Fwww.svgrepo.com%2Fsvg%2F437084%2Fmultiply-circle&amp;psig=AOvVaw1w_dRWDjOalEKKKHUCmkB4&amp;ust=1730701206052000&amp;source=images&amp;cd=vfe&amp;opi=89978449&amp;ved=0CBQQjRxqFwoTCPjW78nCv4kDFQAAAAAdAAAAABAI" TargetMode="External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ABB9-BD11-6C63-9C53-37416EDE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箭头连接符 256">
            <a:extLst>
              <a:ext uri="{FF2B5EF4-FFF2-40B4-BE49-F238E27FC236}">
                <a16:creationId xmlns:a16="http://schemas.microsoft.com/office/drawing/2014/main" id="{BD3EDE5D-CB95-528E-F849-DA06D910262D}"/>
              </a:ext>
            </a:extLst>
          </p:cNvPr>
          <p:cNvCxnSpPr>
            <a:cxnSpLocks/>
            <a:stCxn id="7" idx="3"/>
            <a:endCxn id="450" idx="1"/>
          </p:cNvCxnSpPr>
          <p:nvPr/>
        </p:nvCxnSpPr>
        <p:spPr>
          <a:xfrm>
            <a:off x="4282445" y="4836030"/>
            <a:ext cx="560686" cy="525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600D3BA-5D88-5069-45F0-91AAFF7DF58E}"/>
                  </a:ext>
                </a:extLst>
              </p:cNvPr>
              <p:cNvSpPr txBox="1"/>
              <p:nvPr/>
            </p:nvSpPr>
            <p:spPr>
              <a:xfrm>
                <a:off x="4261178" y="4373819"/>
                <a:ext cx="6139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kern="1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0" i="1" kern="1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i="1" kern="1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b="0" i="1" kern="1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i="1" kern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kern="1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2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200" b="0" i="1" kern="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kern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kern="10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2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i="1" kern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200" b="0" i="1" kern="1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200" kern="1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600D3BA-5D88-5069-45F0-91AAFF7DF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178" y="4373819"/>
                <a:ext cx="613942" cy="461665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0" name="Picture 449">
            <a:extLst>
              <a:ext uri="{FF2B5EF4-FFF2-40B4-BE49-F238E27FC236}">
                <a16:creationId xmlns:a16="http://schemas.microsoft.com/office/drawing/2014/main" id="{C3469864-ED51-1CFC-5EB4-7C680F77E0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3131" y="4044689"/>
            <a:ext cx="2240401" cy="158373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B613443-CC4D-1BDE-BB4D-CC0FEA67627B}"/>
              </a:ext>
            </a:extLst>
          </p:cNvPr>
          <p:cNvSpPr txBox="1"/>
          <p:nvPr/>
        </p:nvSpPr>
        <p:spPr>
          <a:xfrm>
            <a:off x="7060031" y="4904756"/>
            <a:ext cx="631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Zero</a:t>
            </a: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Mask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6EA48B-3463-01FD-AAA1-176D7D91D8DD}"/>
              </a:ext>
            </a:extLst>
          </p:cNvPr>
          <p:cNvSpPr txBox="1"/>
          <p:nvPr/>
        </p:nvSpPr>
        <p:spPr>
          <a:xfrm>
            <a:off x="2301286" y="1660515"/>
            <a:ext cx="320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(a)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E99DA5-126B-8A69-8473-AD2FC79C12DE}"/>
              </a:ext>
            </a:extLst>
          </p:cNvPr>
          <p:cNvSpPr txBox="1"/>
          <p:nvPr/>
        </p:nvSpPr>
        <p:spPr>
          <a:xfrm>
            <a:off x="2237957" y="4271252"/>
            <a:ext cx="365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(b)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CA5BE-CE8E-1824-F8F8-9800DF7C15C3}"/>
              </a:ext>
            </a:extLst>
          </p:cNvPr>
          <p:cNvSpPr/>
          <p:nvPr/>
        </p:nvSpPr>
        <p:spPr>
          <a:xfrm>
            <a:off x="2301286" y="4512483"/>
            <a:ext cx="1981159" cy="647094"/>
          </a:xfrm>
          <a:prstGeom prst="rect">
            <a:avLst/>
          </a:prstGeom>
          <a:solidFill>
            <a:schemeClr val="accent2">
              <a:lumMod val="40000"/>
              <a:lumOff val="60000"/>
              <a:alpha val="60337"/>
            </a:schemeClr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766261-BEA7-7DD5-F107-923B05F2D0E7}"/>
              </a:ext>
            </a:extLst>
          </p:cNvPr>
          <p:cNvSpPr/>
          <p:nvPr/>
        </p:nvSpPr>
        <p:spPr>
          <a:xfrm>
            <a:off x="2301286" y="1990641"/>
            <a:ext cx="1981159" cy="647094"/>
          </a:xfrm>
          <a:prstGeom prst="rect">
            <a:avLst/>
          </a:prstGeom>
          <a:solidFill>
            <a:schemeClr val="accent2">
              <a:lumMod val="40000"/>
              <a:lumOff val="60000"/>
              <a:alpha val="60337"/>
            </a:schemeClr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726F3DBA-2266-AE39-E2F3-863F7D8792BB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 flipV="1">
            <a:off x="4282445" y="1511404"/>
            <a:ext cx="566233" cy="802784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6E3DC85-54E5-1C0D-EC80-0B0F3DCA61A6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>
            <a:off x="4282445" y="2314188"/>
            <a:ext cx="565002" cy="879310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D90F977-A481-EB70-69F4-772730CAF3D4}"/>
              </a:ext>
            </a:extLst>
          </p:cNvPr>
          <p:cNvCxnSpPr>
            <a:cxnSpLocks/>
            <a:stCxn id="32" idx="3"/>
            <a:endCxn id="28" idx="0"/>
          </p:cNvCxnSpPr>
          <p:nvPr/>
        </p:nvCxnSpPr>
        <p:spPr>
          <a:xfrm>
            <a:off x="9549618" y="1511404"/>
            <a:ext cx="1112914" cy="876804"/>
          </a:xfrm>
          <a:prstGeom prst="bentConnector2">
            <a:avLst/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8945D285-DC56-1259-F85C-E44DA459C2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70241" y="2388208"/>
            <a:ext cx="1984582" cy="14759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557D238-CC4D-36C6-2469-524C9F6728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48678" y="755404"/>
            <a:ext cx="2290567" cy="1512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3A4EF2-6717-3F3F-D91D-5F75A0C16CF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88316" y="755404"/>
            <a:ext cx="2061302" cy="1512000"/>
          </a:xfrm>
          <a:prstGeom prst="rect">
            <a:avLst/>
          </a:prstGeom>
        </p:spPr>
      </p:pic>
      <p:cxnSp>
        <p:nvCxnSpPr>
          <p:cNvPr id="33" name="直线箭头连接符 256">
            <a:extLst>
              <a:ext uri="{FF2B5EF4-FFF2-40B4-BE49-F238E27FC236}">
                <a16:creationId xmlns:a16="http://schemas.microsoft.com/office/drawing/2014/main" id="{E0B21B41-E773-80AC-CA32-ED0AFF6F8599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>
            <a:off x="7139245" y="1511404"/>
            <a:ext cx="349071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B9AB12F1-FE7F-2F7D-B7C8-389C7E78B61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47447" y="2437498"/>
            <a:ext cx="2290568" cy="1512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B145CE4-34C8-7649-E9FF-3A0295CA99C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504599" y="2437498"/>
            <a:ext cx="2038650" cy="1511999"/>
          </a:xfrm>
          <a:prstGeom prst="rect">
            <a:avLst/>
          </a:prstGeom>
        </p:spPr>
      </p:pic>
      <p:cxnSp>
        <p:nvCxnSpPr>
          <p:cNvPr id="38" name="直线箭头连接符 256">
            <a:extLst>
              <a:ext uri="{FF2B5EF4-FFF2-40B4-BE49-F238E27FC236}">
                <a16:creationId xmlns:a16="http://schemas.microsoft.com/office/drawing/2014/main" id="{A5A621A3-9CE7-33CE-FB61-4870840E047B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7138015" y="3193498"/>
            <a:ext cx="36658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矩形 2">
            <a:extLst>
              <a:ext uri="{FF2B5EF4-FFF2-40B4-BE49-F238E27FC236}">
                <a16:creationId xmlns:a16="http://schemas.microsoft.com/office/drawing/2014/main" id="{F3003463-B633-86C5-CBB6-32941A0108C3}"/>
              </a:ext>
            </a:extLst>
          </p:cNvPr>
          <p:cNvSpPr/>
          <p:nvPr/>
        </p:nvSpPr>
        <p:spPr>
          <a:xfrm>
            <a:off x="8688763" y="1010389"/>
            <a:ext cx="165457" cy="5505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449" name="矩形 2">
            <a:extLst>
              <a:ext uri="{FF2B5EF4-FFF2-40B4-BE49-F238E27FC236}">
                <a16:creationId xmlns:a16="http://schemas.microsoft.com/office/drawing/2014/main" id="{A2BCEF14-78D2-53DD-27EB-D5EB99C6565D}"/>
              </a:ext>
            </a:extLst>
          </p:cNvPr>
          <p:cNvSpPr/>
          <p:nvPr/>
        </p:nvSpPr>
        <p:spPr>
          <a:xfrm>
            <a:off x="7986923" y="3429000"/>
            <a:ext cx="1426207" cy="1242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451" name="矩形 2">
            <a:extLst>
              <a:ext uri="{FF2B5EF4-FFF2-40B4-BE49-F238E27FC236}">
                <a16:creationId xmlns:a16="http://schemas.microsoft.com/office/drawing/2014/main" id="{CC5AF199-E124-4227-DAF7-3D45BF532842}"/>
              </a:ext>
            </a:extLst>
          </p:cNvPr>
          <p:cNvSpPr/>
          <p:nvPr/>
        </p:nvSpPr>
        <p:spPr>
          <a:xfrm>
            <a:off x="7986922" y="3098750"/>
            <a:ext cx="1426208" cy="1766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452" name="矩形 2">
            <a:extLst>
              <a:ext uri="{FF2B5EF4-FFF2-40B4-BE49-F238E27FC236}">
                <a16:creationId xmlns:a16="http://schemas.microsoft.com/office/drawing/2014/main" id="{47721E1A-C532-4D0E-9E23-98746E484C7F}"/>
              </a:ext>
            </a:extLst>
          </p:cNvPr>
          <p:cNvSpPr/>
          <p:nvPr/>
        </p:nvSpPr>
        <p:spPr>
          <a:xfrm>
            <a:off x="9023634" y="1010389"/>
            <a:ext cx="165457" cy="5505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cxnSp>
        <p:nvCxnSpPr>
          <p:cNvPr id="455" name="直线箭头连接符 256">
            <a:extLst>
              <a:ext uri="{FF2B5EF4-FFF2-40B4-BE49-F238E27FC236}">
                <a16:creationId xmlns:a16="http://schemas.microsoft.com/office/drawing/2014/main" id="{2A38AB55-F0B9-411B-8127-CDCF69D976FF}"/>
              </a:ext>
            </a:extLst>
          </p:cNvPr>
          <p:cNvCxnSpPr>
            <a:cxnSpLocks/>
            <a:endCxn id="1091" idx="0"/>
          </p:cNvCxnSpPr>
          <p:nvPr/>
        </p:nvCxnSpPr>
        <p:spPr>
          <a:xfrm>
            <a:off x="9106206" y="3275430"/>
            <a:ext cx="1046594" cy="8123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9" name="直线箭头连接符 256">
            <a:extLst>
              <a:ext uri="{FF2B5EF4-FFF2-40B4-BE49-F238E27FC236}">
                <a16:creationId xmlns:a16="http://schemas.microsoft.com/office/drawing/2014/main" id="{CA3DC75F-2D41-4A3E-1F29-6192105C1387}"/>
              </a:ext>
            </a:extLst>
          </p:cNvPr>
          <p:cNvCxnSpPr>
            <a:cxnSpLocks/>
            <a:endCxn id="1091" idx="0"/>
          </p:cNvCxnSpPr>
          <p:nvPr/>
        </p:nvCxnSpPr>
        <p:spPr>
          <a:xfrm>
            <a:off x="9106206" y="3553268"/>
            <a:ext cx="1046594" cy="5345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4" name="直线箭头连接符 256">
            <a:extLst>
              <a:ext uri="{FF2B5EF4-FFF2-40B4-BE49-F238E27FC236}">
                <a16:creationId xmlns:a16="http://schemas.microsoft.com/office/drawing/2014/main" id="{AA265E14-DBEB-E252-EF78-B588C5DC9A32}"/>
              </a:ext>
            </a:extLst>
          </p:cNvPr>
          <p:cNvCxnSpPr>
            <a:cxnSpLocks/>
            <a:stCxn id="452" idx="3"/>
          </p:cNvCxnSpPr>
          <p:nvPr/>
        </p:nvCxnSpPr>
        <p:spPr>
          <a:xfrm flipV="1">
            <a:off x="9189091" y="1056610"/>
            <a:ext cx="797771" cy="229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7" name="直线箭头连接符 256">
            <a:extLst>
              <a:ext uri="{FF2B5EF4-FFF2-40B4-BE49-F238E27FC236}">
                <a16:creationId xmlns:a16="http://schemas.microsoft.com/office/drawing/2014/main" id="{06701F00-F7C4-568D-9F32-13AE10837527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8854220" y="1056610"/>
            <a:ext cx="1132642" cy="2290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AutoShape 6" descr="Multiply Circle Vector SVG Icon - SVG Repo">
            <a:hlinkClick r:id="rId10"/>
            <a:extLst>
              <a:ext uri="{FF2B5EF4-FFF2-40B4-BE49-F238E27FC236}">
                <a16:creationId xmlns:a16="http://schemas.microsoft.com/office/drawing/2014/main" id="{D33578F3-4009-7E7B-961B-5B7A32D51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1476" y="413882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 sz="20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BFE604-2383-CE5E-32C8-B7B437528D9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65813" y="4079625"/>
            <a:ext cx="2032988" cy="1512000"/>
          </a:xfrm>
          <a:prstGeom prst="rect">
            <a:avLst/>
          </a:prstGeom>
        </p:spPr>
      </p:pic>
      <p:cxnSp>
        <p:nvCxnSpPr>
          <p:cNvPr id="23" name="直线箭头连接符 256">
            <a:extLst>
              <a:ext uri="{FF2B5EF4-FFF2-40B4-BE49-F238E27FC236}">
                <a16:creationId xmlns:a16="http://schemas.microsoft.com/office/drawing/2014/main" id="{37648F57-3E4F-85BE-CD51-D2A70799044A}"/>
              </a:ext>
            </a:extLst>
          </p:cNvPr>
          <p:cNvCxnSpPr>
            <a:cxnSpLocks/>
            <a:stCxn id="450" idx="3"/>
            <a:endCxn id="492" idx="3"/>
          </p:cNvCxnSpPr>
          <p:nvPr/>
        </p:nvCxnSpPr>
        <p:spPr>
          <a:xfrm>
            <a:off x="7083532" y="4836555"/>
            <a:ext cx="169120" cy="695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953D765A-83EE-D36F-EE36-C23005773542}"/>
              </a:ext>
            </a:extLst>
          </p:cNvPr>
          <p:cNvCxnSpPr>
            <a:cxnSpLocks/>
            <a:stCxn id="36" idx="2"/>
            <a:endCxn id="492" idx="2"/>
          </p:cNvCxnSpPr>
          <p:nvPr/>
        </p:nvCxnSpPr>
        <p:spPr>
          <a:xfrm rot="5400000">
            <a:off x="7582838" y="3742275"/>
            <a:ext cx="733865" cy="1148308"/>
          </a:xfrm>
          <a:prstGeom prst="bentConnector3">
            <a:avLst>
              <a:gd name="adj1" fmla="val 26976"/>
            </a:avLst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线箭头连接符 256">
            <a:extLst>
              <a:ext uri="{FF2B5EF4-FFF2-40B4-BE49-F238E27FC236}">
                <a16:creationId xmlns:a16="http://schemas.microsoft.com/office/drawing/2014/main" id="{6F5C34E5-FC51-47DE-9F74-83BAF3B80082}"/>
              </a:ext>
            </a:extLst>
          </p:cNvPr>
          <p:cNvCxnSpPr>
            <a:cxnSpLocks/>
            <a:stCxn id="492" idx="1"/>
            <a:endCxn id="20" idx="1"/>
          </p:cNvCxnSpPr>
          <p:nvPr/>
        </p:nvCxnSpPr>
        <p:spPr>
          <a:xfrm flipV="1">
            <a:off x="7498581" y="4835625"/>
            <a:ext cx="167232" cy="1625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6" name="Elbow Connector 465">
            <a:extLst>
              <a:ext uri="{FF2B5EF4-FFF2-40B4-BE49-F238E27FC236}">
                <a16:creationId xmlns:a16="http://schemas.microsoft.com/office/drawing/2014/main" id="{559E9AAA-D905-B3CD-DA52-6173A8FF1D7C}"/>
              </a:ext>
            </a:extLst>
          </p:cNvPr>
          <p:cNvCxnSpPr>
            <a:cxnSpLocks/>
            <a:stCxn id="20" idx="3"/>
            <a:endCxn id="28" idx="2"/>
          </p:cNvCxnSpPr>
          <p:nvPr/>
        </p:nvCxnSpPr>
        <p:spPr>
          <a:xfrm flipV="1">
            <a:off x="9698801" y="3864207"/>
            <a:ext cx="963731" cy="971418"/>
          </a:xfrm>
          <a:prstGeom prst="bentConnector2">
            <a:avLst/>
          </a:prstGeom>
          <a:ln w="28575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2" name="TextBox 491">
                <a:extLst>
                  <a:ext uri="{FF2B5EF4-FFF2-40B4-BE49-F238E27FC236}">
                    <a16:creationId xmlns:a16="http://schemas.microsoft.com/office/drawing/2014/main" id="{7DA51D22-995E-4B69-8454-BB4F7656E94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 rot="10800000">
                <a:off x="7252652" y="4683362"/>
                <a:ext cx="24592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en-CN" sz="2000" dirty="0"/>
              </a:p>
            </p:txBody>
          </p:sp>
        </mc:Choice>
        <mc:Fallback>
          <p:sp>
            <p:nvSpPr>
              <p:cNvPr id="492" name="TextBox 491">
                <a:extLst>
                  <a:ext uri="{FF2B5EF4-FFF2-40B4-BE49-F238E27FC236}">
                    <a16:creationId xmlns:a16="http://schemas.microsoft.com/office/drawing/2014/main" id="{7DA51D22-995E-4B69-8454-BB4F7656E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7252652" y="4683362"/>
                <a:ext cx="245929" cy="307777"/>
              </a:xfrm>
              <a:prstGeom prst="rect">
                <a:avLst/>
              </a:prstGeom>
              <a:blipFill>
                <a:blip r:embed="rId12"/>
                <a:stretch>
                  <a:fillRect l="-50000" t="-23077" r="-4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0" name="TextBox 1089">
            <a:extLst>
              <a:ext uri="{FF2B5EF4-FFF2-40B4-BE49-F238E27FC236}">
                <a16:creationId xmlns:a16="http://schemas.microsoft.com/office/drawing/2014/main" id="{64EA1C76-FD39-A68E-31BE-B70B1B0EA74D}"/>
              </a:ext>
            </a:extLst>
          </p:cNvPr>
          <p:cNvSpPr txBox="1"/>
          <p:nvPr/>
        </p:nvSpPr>
        <p:spPr>
          <a:xfrm>
            <a:off x="9837683" y="759157"/>
            <a:ext cx="11037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Percussive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D44D4505-7B30-0A62-35AC-598E38A2126E}"/>
              </a:ext>
            </a:extLst>
          </p:cNvPr>
          <p:cNvSpPr txBox="1"/>
          <p:nvPr/>
        </p:nvSpPr>
        <p:spPr>
          <a:xfrm>
            <a:off x="9698801" y="4087796"/>
            <a:ext cx="907997" cy="492443"/>
          </a:xfrm>
          <a:prstGeom prst="rect">
            <a:avLst/>
          </a:prstGeom>
          <a:noFill/>
        </p:spPr>
        <p:txBody>
          <a:bodyPr wrap="square" lIns="36000" tIns="0" rIns="36000" bIns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pic>
        <p:nvPicPr>
          <p:cNvPr id="1092" name="Picture 1091">
            <a:extLst>
              <a:ext uri="{FF2B5EF4-FFF2-40B4-BE49-F238E27FC236}">
                <a16:creationId xmlns:a16="http://schemas.microsoft.com/office/drawing/2014/main" id="{CA7D4C34-A0D7-1B74-A36B-56E05FB52F4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897908" y="2823605"/>
            <a:ext cx="2434258" cy="1512000"/>
          </a:xfrm>
          <a:prstGeom prst="rect">
            <a:avLst/>
          </a:prstGeom>
        </p:spPr>
      </p:pic>
      <p:cxnSp>
        <p:nvCxnSpPr>
          <p:cNvPr id="2" name="直线箭头连接符 256">
            <a:extLst>
              <a:ext uri="{FF2B5EF4-FFF2-40B4-BE49-F238E27FC236}">
                <a16:creationId xmlns:a16="http://schemas.microsoft.com/office/drawing/2014/main" id="{70A5E59F-B16F-8732-ADD5-34A0773A44F1}"/>
              </a:ext>
            </a:extLst>
          </p:cNvPr>
          <p:cNvCxnSpPr>
            <a:cxnSpLocks/>
          </p:cNvCxnSpPr>
          <p:nvPr/>
        </p:nvCxnSpPr>
        <p:spPr>
          <a:xfrm flipV="1">
            <a:off x="3287854" y="2679605"/>
            <a:ext cx="1" cy="14400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线箭头连接符 256">
            <a:extLst>
              <a:ext uri="{FF2B5EF4-FFF2-40B4-BE49-F238E27FC236}">
                <a16:creationId xmlns:a16="http://schemas.microsoft.com/office/drawing/2014/main" id="{E9E0FB33-6E0D-6DE6-9FD6-174D8507B05A}"/>
              </a:ext>
            </a:extLst>
          </p:cNvPr>
          <p:cNvCxnSpPr>
            <a:cxnSpLocks/>
          </p:cNvCxnSpPr>
          <p:nvPr/>
        </p:nvCxnSpPr>
        <p:spPr>
          <a:xfrm>
            <a:off x="3287854" y="4312867"/>
            <a:ext cx="0" cy="18000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1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449" grpId="0" animBg="1"/>
      <p:bldP spid="451" grpId="0" animBg="1"/>
      <p:bldP spid="452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94316</TotalTime>
  <Words>35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335</cp:revision>
  <cp:lastPrinted>2021-09-11T15:09:31Z</cp:lastPrinted>
  <dcterms:created xsi:type="dcterms:W3CDTF">2021-09-09T10:17:34Z</dcterms:created>
  <dcterms:modified xsi:type="dcterms:W3CDTF">2025-05-09T08:43:22Z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