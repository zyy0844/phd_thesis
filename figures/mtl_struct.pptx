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71" r:id="rId1"/>
  </p:sldMasterIdLst>
  <p:notesMasterIdLst>
    <p:notesMasterId r:id="rId3"/>
  </p:notesMasterIdLst>
  <p:sldIdLst>
    <p:sldId id="562" r:id="rId2"/>
  </p:sldIdLst>
  <p:sldSz cx="12192000" cy="1441767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B0B"/>
    <a:srgbClr val="BF9001"/>
    <a:srgbClr val="C75A11"/>
    <a:srgbClr val="C65A11"/>
    <a:srgbClr val="767171"/>
    <a:srgbClr val="385723"/>
    <a:srgbClr val="7997CC"/>
    <a:srgbClr val="D7BF7E"/>
    <a:srgbClr val="FAEAAA"/>
    <a:srgbClr val="538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07" autoAdjust="0"/>
    <p:restoredTop sz="97030"/>
  </p:normalViewPr>
  <p:slideViewPr>
    <p:cSldViewPr snapToGrid="0">
      <p:cViewPr>
        <p:scale>
          <a:sx n="78" d="100"/>
          <a:sy n="78" d="100"/>
        </p:scale>
        <p:origin x="824" y="-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90738" y="1279525"/>
            <a:ext cx="2921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5EC3C-A740-59E3-DDAC-94693413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49DA48-F16D-BE16-8063-229C40F3D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90738" y="1279525"/>
            <a:ext cx="2921000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72F856-69C6-0E6F-E64E-717117F90D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41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9560"/>
            <a:ext cx="10363200" cy="501948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72618"/>
            <a:ext cx="9144000" cy="34809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7124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28760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4411"/>
            <a:ext cx="10515600" cy="599735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48499"/>
            <a:ext cx="10515600" cy="315386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1489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8039"/>
            <a:ext cx="5181600" cy="9147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8039"/>
            <a:ext cx="5181600" cy="9147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18106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7611"/>
            <a:ext cx="10515600" cy="278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4334"/>
            <a:ext cx="5157787" cy="173212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6456"/>
            <a:ext cx="5157787" cy="7746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4334"/>
            <a:ext cx="5183188" cy="173212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6456"/>
            <a:ext cx="5183188" cy="7746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7828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18656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48306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1178"/>
            <a:ext cx="3932237" cy="336412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5881"/>
            <a:ext cx="6172200" cy="10245894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5302"/>
            <a:ext cx="3932237" cy="801315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77409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1178"/>
            <a:ext cx="3932237" cy="336412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5881"/>
            <a:ext cx="6172200" cy="1024589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5302"/>
            <a:ext cx="3932237" cy="801315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51032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0582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7608"/>
            <a:ext cx="2628900" cy="12218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7608"/>
            <a:ext cx="7734300" cy="12218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44447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7611"/>
            <a:ext cx="10515600" cy="278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8039"/>
            <a:ext cx="10515600" cy="914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63052"/>
            <a:ext cx="2743200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63052"/>
            <a:ext cx="4114800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63052"/>
            <a:ext cx="2743200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2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emf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7BB7-18B8-BC44-0C22-64C4CAE9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roup 535">
            <a:extLst>
              <a:ext uri="{FF2B5EF4-FFF2-40B4-BE49-F238E27FC236}">
                <a16:creationId xmlns:a16="http://schemas.microsoft.com/office/drawing/2014/main" id="{3F62B44A-EB28-2270-71EA-E465684A2885}"/>
              </a:ext>
            </a:extLst>
          </p:cNvPr>
          <p:cNvGrpSpPr/>
          <p:nvPr/>
        </p:nvGrpSpPr>
        <p:grpSpPr>
          <a:xfrm>
            <a:off x="2614864" y="2719904"/>
            <a:ext cx="2387618" cy="1368644"/>
            <a:chOff x="2534826" y="3064221"/>
            <a:chExt cx="2387618" cy="136864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8ADCEDC-FFC3-B773-5ABB-386187ED5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66445" y="3064221"/>
              <a:ext cx="1655999" cy="886406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B4FEDCF-B4AB-33CD-9718-0A5D33EF1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34826" y="3275722"/>
              <a:ext cx="2160000" cy="1157143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64D77F-55ED-5115-DAC9-6975A0A4F052}"/>
              </a:ext>
            </a:extLst>
          </p:cNvPr>
          <p:cNvGrpSpPr/>
          <p:nvPr/>
        </p:nvGrpSpPr>
        <p:grpSpPr>
          <a:xfrm>
            <a:off x="2513216" y="4304299"/>
            <a:ext cx="2398765" cy="1406938"/>
            <a:chOff x="479894" y="4041305"/>
            <a:chExt cx="2398765" cy="140693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2D2A0EF-26B8-F0E5-EB74-1AF657348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6274" y="4041305"/>
              <a:ext cx="1832385" cy="10933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84BC41D-02B5-5934-8D04-A7175B018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79894" y="4173243"/>
              <a:ext cx="2160000" cy="1275000"/>
            </a:xfrm>
            <a:prstGeom prst="rect">
              <a:avLst/>
            </a:prstGeom>
          </p:spPr>
        </p:pic>
      </p:grpSp>
      <p:cxnSp>
        <p:nvCxnSpPr>
          <p:cNvPr id="176" name="Elbow Connector 175">
            <a:extLst>
              <a:ext uri="{FF2B5EF4-FFF2-40B4-BE49-F238E27FC236}">
                <a16:creationId xmlns:a16="http://schemas.microsoft.com/office/drawing/2014/main" id="{54F02A0B-257F-87E3-4593-91DA30B78C1C}"/>
              </a:ext>
            </a:extLst>
          </p:cNvPr>
          <p:cNvCxnSpPr>
            <a:cxnSpLocks/>
            <a:stCxn id="551" idx="3"/>
            <a:endCxn id="457" idx="0"/>
          </p:cNvCxnSpPr>
          <p:nvPr/>
        </p:nvCxnSpPr>
        <p:spPr>
          <a:xfrm flipV="1">
            <a:off x="5180557" y="3524132"/>
            <a:ext cx="559471" cy="3308678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Elbow Connector 178">
            <a:extLst>
              <a:ext uri="{FF2B5EF4-FFF2-40B4-BE49-F238E27FC236}">
                <a16:creationId xmlns:a16="http://schemas.microsoft.com/office/drawing/2014/main" id="{980290B8-E07F-3ADA-8EBA-CB064781AF93}"/>
              </a:ext>
            </a:extLst>
          </p:cNvPr>
          <p:cNvCxnSpPr>
            <a:cxnSpLocks/>
            <a:stCxn id="551" idx="3"/>
            <a:endCxn id="528" idx="2"/>
          </p:cNvCxnSpPr>
          <p:nvPr/>
        </p:nvCxnSpPr>
        <p:spPr>
          <a:xfrm flipV="1">
            <a:off x="5180557" y="5041207"/>
            <a:ext cx="562231" cy="1791603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A200EAA3-804F-7D31-13F3-E40FADA09FDE}"/>
              </a:ext>
            </a:extLst>
          </p:cNvPr>
          <p:cNvCxnSpPr>
            <a:cxnSpLocks/>
            <a:stCxn id="551" idx="3"/>
            <a:endCxn id="510" idx="2"/>
          </p:cNvCxnSpPr>
          <p:nvPr/>
        </p:nvCxnSpPr>
        <p:spPr>
          <a:xfrm>
            <a:off x="5180557" y="6832810"/>
            <a:ext cx="557198" cy="1081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58C62774-83F9-9124-999E-C956FDB7E591}"/>
              </a:ext>
            </a:extLst>
          </p:cNvPr>
          <p:cNvCxnSpPr>
            <a:cxnSpLocks/>
            <a:stCxn id="171" idx="3"/>
            <a:endCxn id="35" idx="3"/>
          </p:cNvCxnSpPr>
          <p:nvPr/>
        </p:nvCxnSpPr>
        <p:spPr>
          <a:xfrm flipH="1">
            <a:off x="9635081" y="3360435"/>
            <a:ext cx="119064" cy="5667964"/>
          </a:xfrm>
          <a:prstGeom prst="bentConnector3">
            <a:avLst>
              <a:gd name="adj1" fmla="val -191998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Elbow Connector 385">
            <a:extLst>
              <a:ext uri="{FF2B5EF4-FFF2-40B4-BE49-F238E27FC236}">
                <a16:creationId xmlns:a16="http://schemas.microsoft.com/office/drawing/2014/main" id="{3925B31F-0F86-C832-DDBF-8CFE240022E4}"/>
              </a:ext>
            </a:extLst>
          </p:cNvPr>
          <p:cNvCxnSpPr>
            <a:cxnSpLocks/>
            <a:stCxn id="9" idx="3"/>
            <a:endCxn id="35" idx="3"/>
          </p:cNvCxnSpPr>
          <p:nvPr/>
        </p:nvCxnSpPr>
        <p:spPr>
          <a:xfrm flipH="1">
            <a:off x="9635081" y="6814726"/>
            <a:ext cx="117021" cy="2213673"/>
          </a:xfrm>
          <a:prstGeom prst="bentConnector3">
            <a:avLst>
              <a:gd name="adj1" fmla="val -19535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Elbow Connector 404">
            <a:extLst>
              <a:ext uri="{FF2B5EF4-FFF2-40B4-BE49-F238E27FC236}">
                <a16:creationId xmlns:a16="http://schemas.microsoft.com/office/drawing/2014/main" id="{4912F678-44CC-981A-483C-81292EF287C5}"/>
              </a:ext>
            </a:extLst>
          </p:cNvPr>
          <p:cNvCxnSpPr>
            <a:cxnSpLocks/>
            <a:stCxn id="2" idx="3"/>
            <a:endCxn id="35" idx="3"/>
          </p:cNvCxnSpPr>
          <p:nvPr/>
        </p:nvCxnSpPr>
        <p:spPr>
          <a:xfrm flipH="1">
            <a:off x="9635081" y="5032160"/>
            <a:ext cx="122951" cy="3996239"/>
          </a:xfrm>
          <a:prstGeom prst="bentConnector3">
            <a:avLst>
              <a:gd name="adj1" fmla="val -185928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DA2FEA6-48B5-ECB6-BA10-CDAB3EB869E7}"/>
                  </a:ext>
                </a:extLst>
              </p:cNvPr>
              <p:cNvSpPr txBox="1"/>
              <p:nvPr/>
            </p:nvSpPr>
            <p:spPr>
              <a:xfrm>
                <a:off x="7602715" y="9055524"/>
                <a:ext cx="102962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100" kern="100" dirty="0">
                    <a:latin typeface="Times New Roman" panose="02020603050405020304" pitchFamily="18" charset="0"/>
                  </a:rPr>
                  <a:t>Task</a:t>
                </a:r>
                <a:r>
                  <a:rPr lang="zh-CN" altLang="en-US" sz="11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100" kern="100" dirty="0">
                    <a:latin typeface="Times New Roman" panose="02020603050405020304" pitchFamily="18" charset="0"/>
                  </a:rPr>
                  <a:t>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100" i="1" kern="1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1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100" i="1" kern="1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kern="1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100" i="1" kern="1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1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1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100" i="1" kern="1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100" i="1" kern="1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1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1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100" kern="1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DA2FEA6-48B5-ECB6-BA10-CDAB3EB86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715" y="9055524"/>
                <a:ext cx="1029622" cy="430887"/>
              </a:xfrm>
              <a:prstGeom prst="rect">
                <a:avLst/>
              </a:prstGeom>
              <a:blipFill>
                <a:blip r:embed="rId7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TextBox 181">
            <a:extLst>
              <a:ext uri="{FF2B5EF4-FFF2-40B4-BE49-F238E27FC236}">
                <a16:creationId xmlns:a16="http://schemas.microsoft.com/office/drawing/2014/main" id="{CA251EDB-565B-0B20-9347-3AF21607A382}"/>
              </a:ext>
            </a:extLst>
          </p:cNvPr>
          <p:cNvSpPr txBox="1"/>
          <p:nvPr/>
        </p:nvSpPr>
        <p:spPr>
          <a:xfrm>
            <a:off x="2166607" y="8968030"/>
            <a:ext cx="14840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Optimal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Params.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for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Updating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Shared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Param.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Space</a:t>
            </a:r>
          </a:p>
        </p:txBody>
      </p:sp>
      <p:cxnSp>
        <p:nvCxnSpPr>
          <p:cNvPr id="452" name="直线箭头连接符 256">
            <a:extLst>
              <a:ext uri="{FF2B5EF4-FFF2-40B4-BE49-F238E27FC236}">
                <a16:creationId xmlns:a16="http://schemas.microsoft.com/office/drawing/2014/main" id="{47433A0C-32D4-1E36-8FE8-0F82812322CC}"/>
              </a:ext>
            </a:extLst>
          </p:cNvPr>
          <p:cNvCxnSpPr>
            <a:cxnSpLocks/>
            <a:stCxn id="35" idx="1"/>
            <a:endCxn id="6" idx="3"/>
          </p:cNvCxnSpPr>
          <p:nvPr/>
        </p:nvCxnSpPr>
        <p:spPr>
          <a:xfrm flipH="1">
            <a:off x="7583506" y="9028399"/>
            <a:ext cx="977930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B93EBB-8532-4014-70A5-E020F61ACBAD}"/>
              </a:ext>
            </a:extLst>
          </p:cNvPr>
          <p:cNvGrpSpPr/>
          <p:nvPr/>
        </p:nvGrpSpPr>
        <p:grpSpPr>
          <a:xfrm>
            <a:off x="5564085" y="4222160"/>
            <a:ext cx="4300395" cy="1620000"/>
            <a:chOff x="6804666" y="2296962"/>
            <a:chExt cx="4300395" cy="1620000"/>
          </a:xfrm>
        </p:grpSpPr>
        <p:sp>
          <p:nvSpPr>
            <p:cNvPr id="2" name="圆角矩形 32">
              <a:extLst>
                <a:ext uri="{FF2B5EF4-FFF2-40B4-BE49-F238E27FC236}">
                  <a16:creationId xmlns:a16="http://schemas.microsoft.com/office/drawing/2014/main" id="{667AEB46-9A5B-79A1-0FE7-7F90860F35FF}"/>
                </a:ext>
              </a:extLst>
            </p:cNvPr>
            <p:cNvSpPr/>
            <p:nvPr/>
          </p:nvSpPr>
          <p:spPr>
            <a:xfrm>
              <a:off x="6819218" y="2296962"/>
              <a:ext cx="4179395" cy="1620000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76717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E6CB67-7263-8B5F-2C63-6B153F273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11136" y="2509875"/>
              <a:ext cx="1914081" cy="1330520"/>
            </a:xfrm>
            <a:prstGeom prst="rect">
              <a:avLst/>
            </a:prstGeom>
          </p:spPr>
        </p:pic>
        <p:sp>
          <p:nvSpPr>
            <p:cNvPr id="4" name="矩形 33">
              <a:extLst>
                <a:ext uri="{FF2B5EF4-FFF2-40B4-BE49-F238E27FC236}">
                  <a16:creationId xmlns:a16="http://schemas.microsoft.com/office/drawing/2014/main" id="{BE825152-129A-9D88-7A0F-C10373050E6A}"/>
                </a:ext>
              </a:extLst>
            </p:cNvPr>
            <p:cNvSpPr/>
            <p:nvPr/>
          </p:nvSpPr>
          <p:spPr>
            <a:xfrm>
              <a:off x="6804666" y="2316178"/>
              <a:ext cx="1826141" cy="27469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1185" b="1" dirty="0">
                  <a:solidFill>
                    <a:srgbClr val="767171"/>
                  </a:solidFill>
                  <a:latin typeface="Times" pitchFamily="2" charset="0"/>
                </a:rPr>
                <a:t>(c)</a:t>
              </a:r>
              <a:r>
                <a:rPr kumimoji="1" lang="zh-CN" altLang="en-US" sz="1185" b="1" dirty="0">
                  <a:solidFill>
                    <a:srgbClr val="767171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767171"/>
                  </a:solidFill>
                  <a:latin typeface="Times" pitchFamily="2" charset="0"/>
                </a:rPr>
                <a:t>ECG</a:t>
              </a:r>
              <a:r>
                <a:rPr kumimoji="1" lang="zh-CN" altLang="en-US" sz="1185" b="1" dirty="0">
                  <a:solidFill>
                    <a:srgbClr val="767171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767171"/>
                  </a:solidFill>
                  <a:latin typeface="Times" pitchFamily="2" charset="0"/>
                </a:rPr>
                <a:t>Anchor</a:t>
              </a:r>
              <a:r>
                <a:rPr kumimoji="1" lang="zh-CN" altLang="en-US" sz="1185" b="1" dirty="0">
                  <a:solidFill>
                    <a:srgbClr val="767171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767171"/>
                  </a:solidFill>
                  <a:latin typeface="Times" pitchFamily="2" charset="0"/>
                </a:rPr>
                <a:t>Decoder</a:t>
              </a:r>
              <a:endParaRPr kumimoji="1" lang="zh-CN" altLang="en-US" sz="1185" b="1" dirty="0">
                <a:solidFill>
                  <a:srgbClr val="767171"/>
                </a:solidFill>
                <a:latin typeface="Times" pitchFamily="2" charset="0"/>
              </a:endParaRPr>
            </a:p>
          </p:txBody>
        </p:sp>
        <p:sp>
          <p:nvSpPr>
            <p:cNvPr id="7" name="TextBox 416">
              <a:extLst>
                <a:ext uri="{FF2B5EF4-FFF2-40B4-BE49-F238E27FC236}">
                  <a16:creationId xmlns:a16="http://schemas.microsoft.com/office/drawing/2014/main" id="{713C25D3-BE4E-B4F9-B594-0F6B142C3F62}"/>
                </a:ext>
              </a:extLst>
            </p:cNvPr>
            <p:cNvSpPr txBox="1"/>
            <p:nvPr/>
          </p:nvSpPr>
          <p:spPr>
            <a:xfrm>
              <a:off x="9141292" y="2303228"/>
              <a:ext cx="196376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ECG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Anchor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Estimation</a:t>
              </a:r>
              <a:endParaRPr lang="en-CN" sz="1100" dirty="0"/>
            </a:p>
          </p:txBody>
        </p:sp>
        <p:sp>
          <p:nvSpPr>
            <p:cNvPr id="527" name="Trapezoid 526">
              <a:extLst>
                <a:ext uri="{FF2B5EF4-FFF2-40B4-BE49-F238E27FC236}">
                  <a16:creationId xmlns:a16="http://schemas.microsoft.com/office/drawing/2014/main" id="{BA512EEE-063C-D3CF-1018-D932D5582348}"/>
                </a:ext>
              </a:extLst>
            </p:cNvPr>
            <p:cNvSpPr/>
            <p:nvPr/>
          </p:nvSpPr>
          <p:spPr>
            <a:xfrm rot="16200000">
              <a:off x="7429099" y="2868612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8" name="Trapezoid 527">
              <a:extLst>
                <a:ext uri="{FF2B5EF4-FFF2-40B4-BE49-F238E27FC236}">
                  <a16:creationId xmlns:a16="http://schemas.microsoft.com/office/drawing/2014/main" id="{76052790-4FA5-E13F-6DCD-2780A2B72C73}"/>
                </a:ext>
              </a:extLst>
            </p:cNvPr>
            <p:cNvSpPr/>
            <p:nvPr/>
          </p:nvSpPr>
          <p:spPr>
            <a:xfrm rot="5400000">
              <a:off x="6941398" y="2871836"/>
              <a:ext cx="572286" cy="488345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C969FF55-E678-FB22-94C4-9F3BB587081D}"/>
                </a:ext>
              </a:extLst>
            </p:cNvPr>
            <p:cNvSpPr/>
            <p:nvPr/>
          </p:nvSpPr>
          <p:spPr>
            <a:xfrm>
              <a:off x="8123504" y="2918262"/>
              <a:ext cx="757983" cy="39815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Projection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7" name="直线箭头连接符 256">
              <a:extLst>
                <a:ext uri="{FF2B5EF4-FFF2-40B4-BE49-F238E27FC236}">
                  <a16:creationId xmlns:a16="http://schemas.microsoft.com/office/drawing/2014/main" id="{14275D65-A42D-CF3D-9858-5A0CC7CD5B57}"/>
                </a:ext>
              </a:extLst>
            </p:cNvPr>
            <p:cNvCxnSpPr>
              <a:cxnSpLocks/>
              <a:stCxn id="527" idx="2"/>
              <a:endCxn id="529" idx="1"/>
            </p:cNvCxnSpPr>
            <p:nvPr/>
          </p:nvCxnSpPr>
          <p:spPr>
            <a:xfrm>
              <a:off x="7962635" y="3116005"/>
              <a:ext cx="160868" cy="1332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1" name="直线箭头连接符 256">
              <a:extLst>
                <a:ext uri="{FF2B5EF4-FFF2-40B4-BE49-F238E27FC236}">
                  <a16:creationId xmlns:a16="http://schemas.microsoft.com/office/drawing/2014/main" id="{9F2D011C-7816-8C35-4CE6-F96E2434D2A6}"/>
                </a:ext>
              </a:extLst>
            </p:cNvPr>
            <p:cNvCxnSpPr>
              <a:cxnSpLocks/>
              <a:stCxn id="529" idx="3"/>
            </p:cNvCxnSpPr>
            <p:nvPr/>
          </p:nvCxnSpPr>
          <p:spPr>
            <a:xfrm flipV="1">
              <a:off x="8881485" y="3108349"/>
              <a:ext cx="180000" cy="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861CE4-3975-849A-2300-955E50B22307}"/>
              </a:ext>
            </a:extLst>
          </p:cNvPr>
          <p:cNvGrpSpPr/>
          <p:nvPr/>
        </p:nvGrpSpPr>
        <p:grpSpPr>
          <a:xfrm>
            <a:off x="5564084" y="2601611"/>
            <a:ext cx="4190061" cy="1517648"/>
            <a:chOff x="6804665" y="676413"/>
            <a:chExt cx="4190061" cy="151764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9E92605-F024-E54A-E0D8-30603EBF2B3B}"/>
                </a:ext>
              </a:extLst>
            </p:cNvPr>
            <p:cNvSpPr txBox="1"/>
            <p:nvPr/>
          </p:nvSpPr>
          <p:spPr>
            <a:xfrm>
              <a:off x="9729130" y="726971"/>
              <a:ext cx="120477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Morphological</a:t>
              </a:r>
            </a:p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Reference</a:t>
              </a:r>
              <a:endParaRPr lang="en-CN" sz="1100" dirty="0"/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01AB4CF-2646-CFA9-BF71-15285580F513}"/>
                </a:ext>
              </a:extLst>
            </p:cNvPr>
            <p:cNvGrpSpPr/>
            <p:nvPr/>
          </p:nvGrpSpPr>
          <p:grpSpPr>
            <a:xfrm>
              <a:off x="9833762" y="1075074"/>
              <a:ext cx="1100144" cy="829870"/>
              <a:chOff x="769799" y="5261504"/>
              <a:chExt cx="1337059" cy="878316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9008CFAB-B909-805D-62A6-35887EAC5F76}"/>
                  </a:ext>
                </a:extLst>
              </p:cNvPr>
              <p:cNvGrpSpPr/>
              <p:nvPr/>
            </p:nvGrpSpPr>
            <p:grpSpPr>
              <a:xfrm>
                <a:off x="769799" y="5261504"/>
                <a:ext cx="1337059" cy="878316"/>
                <a:chOff x="234948" y="5188640"/>
                <a:chExt cx="1280693" cy="527735"/>
              </a:xfrm>
            </p:grpSpPr>
            <p:pic>
              <p:nvPicPr>
                <p:cNvPr id="166" name="Picture 165">
                  <a:extLst>
                    <a:ext uri="{FF2B5EF4-FFF2-40B4-BE49-F238E27FC236}">
                      <a16:creationId xmlns:a16="http://schemas.microsoft.com/office/drawing/2014/main" id="{36EB4F15-36C7-9C59-39A6-188CA8473EF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79641" y="5188640"/>
                  <a:ext cx="936000" cy="318101"/>
                </a:xfrm>
                <a:prstGeom prst="rect">
                  <a:avLst/>
                </a:prstGeom>
              </p:spPr>
            </p:pic>
            <p:pic>
              <p:nvPicPr>
                <p:cNvPr id="167" name="Picture 166">
                  <a:extLst>
                    <a:ext uri="{FF2B5EF4-FFF2-40B4-BE49-F238E27FC236}">
                      <a16:creationId xmlns:a16="http://schemas.microsoft.com/office/drawing/2014/main" id="{6AADFECB-3554-B1D3-3B20-0A7F622A956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88395" y="5286277"/>
                  <a:ext cx="936000" cy="360000"/>
                </a:xfrm>
                <a:prstGeom prst="rect">
                  <a:avLst/>
                </a:prstGeom>
              </p:spPr>
            </p:pic>
            <p:pic>
              <p:nvPicPr>
                <p:cNvPr id="168" name="Picture 167">
                  <a:extLst>
                    <a:ext uri="{FF2B5EF4-FFF2-40B4-BE49-F238E27FC236}">
                      <a16:creationId xmlns:a16="http://schemas.microsoft.com/office/drawing/2014/main" id="{6612C889-B415-1C5C-6C76-324CB88EE4A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234948" y="5356375"/>
                  <a:ext cx="936000" cy="360000"/>
                </a:xfrm>
                <a:prstGeom prst="rect">
                  <a:avLst/>
                </a:prstGeom>
              </p:spPr>
            </p:pic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3440425-AC7B-2EEA-E50E-04BD9DA35F91}"/>
                  </a:ext>
                </a:extLst>
              </p:cNvPr>
              <p:cNvSpPr txBox="1"/>
              <p:nvPr/>
            </p:nvSpPr>
            <p:spPr>
              <a:xfrm rot="18226598">
                <a:off x="1522344" y="5614848"/>
                <a:ext cx="352602" cy="2992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600" dirty="0"/>
                  <a:t>…</a:t>
                </a:r>
                <a:endParaRPr lang="en-CN" sz="1600" dirty="0"/>
              </a:p>
            </p:txBody>
          </p:sp>
        </p:grpSp>
        <p:sp>
          <p:nvSpPr>
            <p:cNvPr id="171" name="圆角矩形 32">
              <a:extLst>
                <a:ext uri="{FF2B5EF4-FFF2-40B4-BE49-F238E27FC236}">
                  <a16:creationId xmlns:a16="http://schemas.microsoft.com/office/drawing/2014/main" id="{5A02359A-0ED1-D6D0-87CC-5137564F64EB}"/>
                </a:ext>
              </a:extLst>
            </p:cNvPr>
            <p:cNvSpPr/>
            <p:nvPr/>
          </p:nvSpPr>
          <p:spPr>
            <a:xfrm>
              <a:off x="6815331" y="676413"/>
              <a:ext cx="4179395" cy="1517648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7997CB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sp>
          <p:nvSpPr>
            <p:cNvPr id="173" name="矩形 33">
              <a:extLst>
                <a:ext uri="{FF2B5EF4-FFF2-40B4-BE49-F238E27FC236}">
                  <a16:creationId xmlns:a16="http://schemas.microsoft.com/office/drawing/2014/main" id="{82E01DB9-30A7-8809-A688-B87E05468AB1}"/>
                </a:ext>
              </a:extLst>
            </p:cNvPr>
            <p:cNvSpPr/>
            <p:nvPr/>
          </p:nvSpPr>
          <p:spPr>
            <a:xfrm>
              <a:off x="6804665" y="697483"/>
              <a:ext cx="3147386" cy="27469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1185" b="1" dirty="0">
                  <a:solidFill>
                    <a:srgbClr val="7997CB"/>
                  </a:solidFill>
                  <a:latin typeface="Times" pitchFamily="2" charset="0"/>
                </a:rPr>
                <a:t>(b)</a:t>
              </a:r>
              <a:r>
                <a:rPr kumimoji="1" lang="zh-CN" altLang="en-US" sz="1185" b="1" dirty="0">
                  <a:solidFill>
                    <a:srgbClr val="7997CB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7997CB"/>
                  </a:solidFill>
                  <a:latin typeface="Times" pitchFamily="2" charset="0"/>
                </a:rPr>
                <a:t>Morphological Decoder</a:t>
              </a:r>
              <a:endParaRPr kumimoji="1" lang="zh-CN" altLang="en-US" sz="1185" b="1" dirty="0">
                <a:solidFill>
                  <a:srgbClr val="7997CB"/>
                </a:solidFill>
                <a:latin typeface="Times" pitchFamily="2" charset="0"/>
              </a:endParaRPr>
            </a:p>
          </p:txBody>
        </p:sp>
        <p:cxnSp>
          <p:nvCxnSpPr>
            <p:cNvPr id="155" name="直线箭头连接符 256">
              <a:extLst>
                <a:ext uri="{FF2B5EF4-FFF2-40B4-BE49-F238E27FC236}">
                  <a16:creationId xmlns:a16="http://schemas.microsoft.com/office/drawing/2014/main" id="{10CDB80A-E37A-06AB-27BE-C48A2AB08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9983" y="1606140"/>
              <a:ext cx="407939" cy="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Elbow Connector 61">
              <a:extLst>
                <a:ext uri="{FF2B5EF4-FFF2-40B4-BE49-F238E27FC236}">
                  <a16:creationId xmlns:a16="http://schemas.microsoft.com/office/drawing/2014/main" id="{3C762DF8-65A9-0134-11DE-4077364000D0}"/>
                </a:ext>
              </a:extLst>
            </p:cNvPr>
            <p:cNvCxnSpPr>
              <a:cxnSpLocks/>
              <a:stCxn id="499" idx="0"/>
              <a:endCxn id="449" idx="1"/>
            </p:cNvCxnSpPr>
            <p:nvPr/>
          </p:nvCxnSpPr>
          <p:spPr>
            <a:xfrm rot="10800000" flipV="1">
              <a:off x="7904352" y="1258315"/>
              <a:ext cx="110621" cy="668573"/>
            </a:xfrm>
            <a:prstGeom prst="bentConnector3">
              <a:avLst>
                <a:gd name="adj1" fmla="val 306652"/>
              </a:avLst>
            </a:prstGeom>
            <a:ln w="28575">
              <a:solidFill>
                <a:srgbClr val="76717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箭头连接符 356">
              <a:extLst>
                <a:ext uri="{FF2B5EF4-FFF2-40B4-BE49-F238E27FC236}">
                  <a16:creationId xmlns:a16="http://schemas.microsoft.com/office/drawing/2014/main" id="{83DBDCAB-587F-F9AC-13EF-C5C5A70D7517}"/>
                </a:ext>
              </a:extLst>
            </p:cNvPr>
            <p:cNvCxnSpPr>
              <a:cxnSpLocks/>
              <a:stCxn id="457" idx="2"/>
            </p:cNvCxnSpPr>
            <p:nvPr/>
          </p:nvCxnSpPr>
          <p:spPr>
            <a:xfrm>
              <a:off x="7471940" y="1598933"/>
              <a:ext cx="208039" cy="0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non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67F3C977-E2EE-F0FE-1552-E7EB3331CAAC}"/>
                </a:ext>
              </a:extLst>
            </p:cNvPr>
            <p:cNvSpPr/>
            <p:nvPr/>
          </p:nvSpPr>
          <p:spPr>
            <a:xfrm>
              <a:off x="7904351" y="1711312"/>
              <a:ext cx="733597" cy="431153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N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ODE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" name="TextBox 43">
              <a:extLst>
                <a:ext uri="{FF2B5EF4-FFF2-40B4-BE49-F238E27FC236}">
                  <a16:creationId xmlns:a16="http://schemas.microsoft.com/office/drawing/2014/main" id="{C752AEB7-7C12-12A3-C6BC-F1F01606B965}"/>
                </a:ext>
              </a:extLst>
            </p:cNvPr>
            <p:cNvSpPr txBox="1"/>
            <p:nvPr/>
          </p:nvSpPr>
          <p:spPr>
            <a:xfrm>
              <a:off x="8765152" y="1037545"/>
              <a:ext cx="1014376" cy="169277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Temporal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Feature</a:t>
              </a:r>
              <a:endParaRPr lang="en-CN" sz="1100" dirty="0"/>
            </a:p>
          </p:txBody>
        </p:sp>
        <p:sp>
          <p:nvSpPr>
            <p:cNvPr id="453" name="TextBox 44">
              <a:extLst>
                <a:ext uri="{FF2B5EF4-FFF2-40B4-BE49-F238E27FC236}">
                  <a16:creationId xmlns:a16="http://schemas.microsoft.com/office/drawing/2014/main" id="{E25A32C5-4867-761C-C64A-32229F7CCFC5}"/>
                </a:ext>
              </a:extLst>
            </p:cNvPr>
            <p:cNvSpPr txBox="1"/>
            <p:nvPr/>
          </p:nvSpPr>
          <p:spPr>
            <a:xfrm>
              <a:off x="8555861" y="1977540"/>
              <a:ext cx="1570843" cy="169277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Morphological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Feature</a:t>
              </a:r>
              <a:endParaRPr lang="en-CN" sz="1100" dirty="0"/>
            </a:p>
          </p:txBody>
        </p:sp>
        <p:cxnSp>
          <p:nvCxnSpPr>
            <p:cNvPr id="454" name="Elbow Connector 453">
              <a:extLst>
                <a:ext uri="{FF2B5EF4-FFF2-40B4-BE49-F238E27FC236}">
                  <a16:creationId xmlns:a16="http://schemas.microsoft.com/office/drawing/2014/main" id="{00D90013-2BA6-3AD6-ECC5-0670F39E7E2E}"/>
                </a:ext>
              </a:extLst>
            </p:cNvPr>
            <p:cNvCxnSpPr>
              <a:cxnSpLocks/>
              <a:stCxn id="499" idx="2"/>
              <a:endCxn id="518" idx="0"/>
            </p:cNvCxnSpPr>
            <p:nvPr/>
          </p:nvCxnSpPr>
          <p:spPr>
            <a:xfrm>
              <a:off x="8506302" y="1258316"/>
              <a:ext cx="586882" cy="168113"/>
            </a:xfrm>
            <a:prstGeom prst="bentConnector2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Elbow Connector 454">
              <a:extLst>
                <a:ext uri="{FF2B5EF4-FFF2-40B4-BE49-F238E27FC236}">
                  <a16:creationId xmlns:a16="http://schemas.microsoft.com/office/drawing/2014/main" id="{7BBD4A65-52F7-F2B1-6A5A-415E1FB7E742}"/>
                </a:ext>
              </a:extLst>
            </p:cNvPr>
            <p:cNvCxnSpPr>
              <a:cxnSpLocks/>
              <a:stCxn id="449" idx="3"/>
              <a:endCxn id="518" idx="2"/>
            </p:cNvCxnSpPr>
            <p:nvPr/>
          </p:nvCxnSpPr>
          <p:spPr>
            <a:xfrm flipV="1">
              <a:off x="8637948" y="1770574"/>
              <a:ext cx="455237" cy="156315"/>
            </a:xfrm>
            <a:prstGeom prst="bentConnector2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Trapezoid 456">
              <a:extLst>
                <a:ext uri="{FF2B5EF4-FFF2-40B4-BE49-F238E27FC236}">
                  <a16:creationId xmlns:a16="http://schemas.microsoft.com/office/drawing/2014/main" id="{1710F683-AD3C-454A-0BA9-2006055A7421}"/>
                </a:ext>
              </a:extLst>
            </p:cNvPr>
            <p:cNvSpPr/>
            <p:nvPr/>
          </p:nvSpPr>
          <p:spPr>
            <a:xfrm rot="16200000">
              <a:off x="6966107" y="1353269"/>
              <a:ext cx="520335" cy="491331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85704C26-4CA3-5875-A63E-051643153E56}"/>
                </a:ext>
              </a:extLst>
            </p:cNvPr>
            <p:cNvSpPr/>
            <p:nvPr/>
          </p:nvSpPr>
          <p:spPr>
            <a:xfrm>
              <a:off x="8726386" y="1426429"/>
              <a:ext cx="733597" cy="344145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N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  <a:endPara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Fusion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9" name="Trapezoid 498">
              <a:extLst>
                <a:ext uri="{FF2B5EF4-FFF2-40B4-BE49-F238E27FC236}">
                  <a16:creationId xmlns:a16="http://schemas.microsoft.com/office/drawing/2014/main" id="{B51A7563-D3D5-6A68-6CD5-242D35800F23}"/>
                </a:ext>
              </a:extLst>
            </p:cNvPr>
            <p:cNvSpPr/>
            <p:nvPr/>
          </p:nvSpPr>
          <p:spPr>
            <a:xfrm rot="16200000">
              <a:off x="8000470" y="1012651"/>
              <a:ext cx="520335" cy="491331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FFF818-3901-89D2-ABD9-8D82F251318E}"/>
              </a:ext>
            </a:extLst>
          </p:cNvPr>
          <p:cNvGrpSpPr/>
          <p:nvPr/>
        </p:nvGrpSpPr>
        <p:grpSpPr>
          <a:xfrm>
            <a:off x="5504764" y="6004985"/>
            <a:ext cx="4298411" cy="1619482"/>
            <a:chOff x="6745345" y="4079787"/>
            <a:chExt cx="4298411" cy="1619482"/>
          </a:xfrm>
        </p:grpSpPr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126305F4-1BF7-2E90-5B3C-E26A08590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9057362" y="4296353"/>
              <a:ext cx="1841727" cy="1295865"/>
            </a:xfrm>
            <a:prstGeom prst="rect">
              <a:avLst/>
            </a:prstGeom>
          </p:spPr>
        </p:pic>
        <p:sp>
          <p:nvSpPr>
            <p:cNvPr id="9" name="圆角矩形 32">
              <a:extLst>
                <a:ext uri="{FF2B5EF4-FFF2-40B4-BE49-F238E27FC236}">
                  <a16:creationId xmlns:a16="http://schemas.microsoft.com/office/drawing/2014/main" id="{CFC67678-9C7F-AE87-5DFB-0E9771398C31}"/>
                </a:ext>
              </a:extLst>
            </p:cNvPr>
            <p:cNvSpPr/>
            <p:nvPr/>
          </p:nvSpPr>
          <p:spPr>
            <a:xfrm>
              <a:off x="6813287" y="4079787"/>
              <a:ext cx="4179396" cy="1619482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385723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sp>
          <p:nvSpPr>
            <p:cNvPr id="10" name="矩形 33">
              <a:extLst>
                <a:ext uri="{FF2B5EF4-FFF2-40B4-BE49-F238E27FC236}">
                  <a16:creationId xmlns:a16="http://schemas.microsoft.com/office/drawing/2014/main" id="{2415A848-2E1B-078E-596C-86C79101338B}"/>
                </a:ext>
              </a:extLst>
            </p:cNvPr>
            <p:cNvSpPr/>
            <p:nvPr/>
          </p:nvSpPr>
          <p:spPr>
            <a:xfrm>
              <a:off x="6745345" y="4096204"/>
              <a:ext cx="1953263" cy="27469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(d)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Cycle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Length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Decoder</a:t>
              </a:r>
              <a:endParaRPr kumimoji="1" lang="zh-CN" altLang="en-US" sz="1185" b="1" dirty="0">
                <a:solidFill>
                  <a:srgbClr val="385723"/>
                </a:solidFill>
                <a:latin typeface="Times" pitchFamily="2" charset="0"/>
              </a:endParaRPr>
            </a:p>
          </p:txBody>
        </p:sp>
        <p:sp>
          <p:nvSpPr>
            <p:cNvPr id="16" name="TextBox 421">
              <a:extLst>
                <a:ext uri="{FF2B5EF4-FFF2-40B4-BE49-F238E27FC236}">
                  <a16:creationId xmlns:a16="http://schemas.microsoft.com/office/drawing/2014/main" id="{AE95A424-CC88-73B1-AFDD-4376175B584C}"/>
                </a:ext>
              </a:extLst>
            </p:cNvPr>
            <p:cNvSpPr txBox="1"/>
            <p:nvPr/>
          </p:nvSpPr>
          <p:spPr>
            <a:xfrm>
              <a:off x="9079987" y="4116766"/>
              <a:ext cx="196376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Cycle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Length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Estimation</a:t>
              </a:r>
              <a:endParaRPr lang="en-CN" sz="1100" dirty="0"/>
            </a:p>
          </p:txBody>
        </p:sp>
        <p:sp>
          <p:nvSpPr>
            <p:cNvPr id="509" name="Trapezoid 508">
              <a:extLst>
                <a:ext uri="{FF2B5EF4-FFF2-40B4-BE49-F238E27FC236}">
                  <a16:creationId xmlns:a16="http://schemas.microsoft.com/office/drawing/2014/main" id="{3006D14C-91D8-6C29-9A5A-440B5B340FCF}"/>
                </a:ext>
              </a:extLst>
            </p:cNvPr>
            <p:cNvSpPr/>
            <p:nvPr/>
          </p:nvSpPr>
          <p:spPr>
            <a:xfrm rot="16200000">
              <a:off x="7424066" y="4661296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0" name="Trapezoid 509">
              <a:extLst>
                <a:ext uri="{FF2B5EF4-FFF2-40B4-BE49-F238E27FC236}">
                  <a16:creationId xmlns:a16="http://schemas.microsoft.com/office/drawing/2014/main" id="{B43F2AC1-7B98-2886-6C27-B55DF0C8B94A}"/>
                </a:ext>
              </a:extLst>
            </p:cNvPr>
            <p:cNvSpPr/>
            <p:nvPr/>
          </p:nvSpPr>
          <p:spPr>
            <a:xfrm rot="5400000">
              <a:off x="6936365" y="4664520"/>
              <a:ext cx="572286" cy="488345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zh-CN" altLang="en-US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C2EF9A06-1743-64F4-270F-2D8E3B50650A}"/>
                </a:ext>
              </a:extLst>
            </p:cNvPr>
            <p:cNvSpPr/>
            <p:nvPr/>
          </p:nvSpPr>
          <p:spPr>
            <a:xfrm>
              <a:off x="8118471" y="4710946"/>
              <a:ext cx="757983" cy="39815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Projection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2" name="直线箭头连接符 256">
              <a:extLst>
                <a:ext uri="{FF2B5EF4-FFF2-40B4-BE49-F238E27FC236}">
                  <a16:creationId xmlns:a16="http://schemas.microsoft.com/office/drawing/2014/main" id="{4C21164D-03FA-BB46-3089-6D025545D50C}"/>
                </a:ext>
              </a:extLst>
            </p:cNvPr>
            <p:cNvCxnSpPr>
              <a:cxnSpLocks/>
              <a:stCxn id="509" idx="2"/>
              <a:endCxn id="511" idx="1"/>
            </p:cNvCxnSpPr>
            <p:nvPr/>
          </p:nvCxnSpPr>
          <p:spPr>
            <a:xfrm>
              <a:off x="7957602" y="4908689"/>
              <a:ext cx="160868" cy="1332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3" name="直线箭头连接符 256">
              <a:extLst>
                <a:ext uri="{FF2B5EF4-FFF2-40B4-BE49-F238E27FC236}">
                  <a16:creationId xmlns:a16="http://schemas.microsoft.com/office/drawing/2014/main" id="{8C926FE9-78D5-7992-345D-F6D7274357F2}"/>
                </a:ext>
              </a:extLst>
            </p:cNvPr>
            <p:cNvCxnSpPr>
              <a:cxnSpLocks/>
              <a:stCxn id="511" idx="3"/>
            </p:cNvCxnSpPr>
            <p:nvPr/>
          </p:nvCxnSpPr>
          <p:spPr>
            <a:xfrm flipV="1">
              <a:off x="8876452" y="4901033"/>
              <a:ext cx="180000" cy="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4C6219-D0A3-B1AC-DDA5-FE827A174600}"/>
              </a:ext>
            </a:extLst>
          </p:cNvPr>
          <p:cNvGrpSpPr/>
          <p:nvPr/>
        </p:nvGrpSpPr>
        <p:grpSpPr>
          <a:xfrm>
            <a:off x="2139893" y="6005376"/>
            <a:ext cx="3222539" cy="1619480"/>
            <a:chOff x="3404143" y="4079785"/>
            <a:chExt cx="3222539" cy="1619480"/>
          </a:xfrm>
        </p:grpSpPr>
        <p:sp>
          <p:nvSpPr>
            <p:cNvPr id="208" name="圆角矩形 32">
              <a:extLst>
                <a:ext uri="{FF2B5EF4-FFF2-40B4-BE49-F238E27FC236}">
                  <a16:creationId xmlns:a16="http://schemas.microsoft.com/office/drawing/2014/main" id="{6C88DF81-FA1B-94A8-88B5-FB33DC1AE1CE}"/>
                </a:ext>
              </a:extLst>
            </p:cNvPr>
            <p:cNvSpPr/>
            <p:nvPr/>
          </p:nvSpPr>
          <p:spPr>
            <a:xfrm rot="16200000">
              <a:off x="4205673" y="3278255"/>
              <a:ext cx="1619480" cy="3222539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D7BF7E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524" dirty="0">
                <a:solidFill>
                  <a:srgbClr val="D7BF7E"/>
                </a:solidFill>
                <a:highlight>
                  <a:srgbClr val="D7BF7E"/>
                </a:highlight>
              </a:endParaRPr>
            </a:p>
          </p:txBody>
        </p:sp>
        <p:sp>
          <p:nvSpPr>
            <p:cNvPr id="226" name="立方体 357">
              <a:extLst>
                <a:ext uri="{FF2B5EF4-FFF2-40B4-BE49-F238E27FC236}">
                  <a16:creationId xmlns:a16="http://schemas.microsoft.com/office/drawing/2014/main" id="{26218641-81DB-7A7A-0170-D7F4FD9955CF}"/>
                </a:ext>
              </a:extLst>
            </p:cNvPr>
            <p:cNvSpPr/>
            <p:nvPr/>
          </p:nvSpPr>
          <p:spPr>
            <a:xfrm>
              <a:off x="3562754" y="4346938"/>
              <a:ext cx="501892" cy="1036890"/>
            </a:xfrm>
            <a:prstGeom prst="cube">
              <a:avLst>
                <a:gd name="adj" fmla="val 89863"/>
              </a:avLst>
            </a:prstGeom>
            <a:solidFill>
              <a:schemeClr val="accent4">
                <a:lumMod val="60000"/>
                <a:lumOff val="40000"/>
                <a:alpha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46FB866F-B527-49CB-469A-70796C6507C1}"/>
                </a:ext>
              </a:extLst>
            </p:cNvPr>
            <p:cNvSpPr txBox="1"/>
            <p:nvPr/>
          </p:nvSpPr>
          <p:spPr>
            <a:xfrm>
              <a:off x="3421164" y="4141674"/>
              <a:ext cx="1706414" cy="184666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(a)</a:t>
              </a:r>
              <a:r>
                <a:rPr lang="zh-CN" altLang="en-US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 </a:t>
              </a:r>
              <a:r>
                <a:rPr lang="en-CN" altLang="zh-CN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Backbone</a:t>
              </a:r>
              <a:r>
                <a:rPr lang="zh-CN" altLang="en-US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&amp;</a:t>
              </a:r>
              <a:r>
                <a:rPr lang="zh-CN" altLang="en-US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kern="100" dirty="0">
                  <a:solidFill>
                    <a:srgbClr val="D7BF7E"/>
                  </a:solidFill>
                  <a:latin typeface="Times New Roman" panose="02020603050405020304" pitchFamily="18" charset="0"/>
                </a:rPr>
                <a:t>Encoder</a:t>
              </a:r>
              <a:endParaRPr lang="en-CN" sz="1200" b="1" dirty="0">
                <a:solidFill>
                  <a:srgbClr val="D7BF7E"/>
                </a:solidFill>
              </a:endParaRPr>
            </a:p>
          </p:txBody>
        </p:sp>
        <p:cxnSp>
          <p:nvCxnSpPr>
            <p:cNvPr id="456" name="直线箭头连接符 256">
              <a:extLst>
                <a:ext uri="{FF2B5EF4-FFF2-40B4-BE49-F238E27FC236}">
                  <a16:creationId xmlns:a16="http://schemas.microsoft.com/office/drawing/2014/main" id="{C7E089DA-927D-3CA2-A344-C48B93BC93F0}"/>
                </a:ext>
              </a:extLst>
            </p:cNvPr>
            <p:cNvCxnSpPr>
              <a:cxnSpLocks/>
            </p:cNvCxnSpPr>
            <p:nvPr/>
          </p:nvCxnSpPr>
          <p:spPr>
            <a:xfrm>
              <a:off x="3852700" y="4873614"/>
              <a:ext cx="211947" cy="271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立方体 357">
              <a:extLst>
                <a:ext uri="{FF2B5EF4-FFF2-40B4-BE49-F238E27FC236}">
                  <a16:creationId xmlns:a16="http://schemas.microsoft.com/office/drawing/2014/main" id="{12D93E0C-5C3A-9D78-FBA2-897AC133B29F}"/>
                </a:ext>
              </a:extLst>
            </p:cNvPr>
            <p:cNvSpPr/>
            <p:nvPr/>
          </p:nvSpPr>
          <p:spPr>
            <a:xfrm>
              <a:off x="4009263" y="4424229"/>
              <a:ext cx="501892" cy="839620"/>
            </a:xfrm>
            <a:prstGeom prst="cube">
              <a:avLst>
                <a:gd name="adj" fmla="val 72174"/>
              </a:avLst>
            </a:prstGeom>
            <a:solidFill>
              <a:schemeClr val="accent4">
                <a:lumMod val="60000"/>
                <a:lumOff val="40000"/>
                <a:alpha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58" name="直线箭头连接符 256">
              <a:extLst>
                <a:ext uri="{FF2B5EF4-FFF2-40B4-BE49-F238E27FC236}">
                  <a16:creationId xmlns:a16="http://schemas.microsoft.com/office/drawing/2014/main" id="{44E1F51C-0643-4496-CB05-CC403CEC7313}"/>
                </a:ext>
              </a:extLst>
            </p:cNvPr>
            <p:cNvCxnSpPr>
              <a:cxnSpLocks/>
            </p:cNvCxnSpPr>
            <p:nvPr/>
          </p:nvCxnSpPr>
          <p:spPr>
            <a:xfrm>
              <a:off x="4341947" y="4877401"/>
              <a:ext cx="211947" cy="271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立方体 357">
              <a:extLst>
                <a:ext uri="{FF2B5EF4-FFF2-40B4-BE49-F238E27FC236}">
                  <a16:creationId xmlns:a16="http://schemas.microsoft.com/office/drawing/2014/main" id="{E38EA38C-9F32-AD9B-2E92-697530922CDC}"/>
                </a:ext>
              </a:extLst>
            </p:cNvPr>
            <p:cNvSpPr/>
            <p:nvPr/>
          </p:nvSpPr>
          <p:spPr>
            <a:xfrm>
              <a:off x="4484631" y="4605089"/>
              <a:ext cx="393571" cy="520018"/>
            </a:xfrm>
            <a:prstGeom prst="cube">
              <a:avLst>
                <a:gd name="adj" fmla="val 50069"/>
              </a:avLst>
            </a:prstGeom>
            <a:solidFill>
              <a:schemeClr val="accent4">
                <a:lumMod val="60000"/>
                <a:lumOff val="40000"/>
                <a:alpha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59" name="直线箭头连接符 256">
              <a:extLst>
                <a:ext uri="{FF2B5EF4-FFF2-40B4-BE49-F238E27FC236}">
                  <a16:creationId xmlns:a16="http://schemas.microsoft.com/office/drawing/2014/main" id="{8F6BC2CD-3B69-3B6B-9693-991344FD05F0}"/>
                </a:ext>
              </a:extLst>
            </p:cNvPr>
            <p:cNvCxnSpPr>
              <a:cxnSpLocks/>
            </p:cNvCxnSpPr>
            <p:nvPr/>
          </p:nvCxnSpPr>
          <p:spPr>
            <a:xfrm>
              <a:off x="4816418" y="4880111"/>
              <a:ext cx="211947" cy="271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6" name="立方体 357">
              <a:extLst>
                <a:ext uri="{FF2B5EF4-FFF2-40B4-BE49-F238E27FC236}">
                  <a16:creationId xmlns:a16="http://schemas.microsoft.com/office/drawing/2014/main" id="{1A89B367-A243-0B09-4D0E-3AD1CFD1ADDB}"/>
                </a:ext>
              </a:extLst>
            </p:cNvPr>
            <p:cNvSpPr/>
            <p:nvPr/>
          </p:nvSpPr>
          <p:spPr>
            <a:xfrm>
              <a:off x="4973877" y="4733947"/>
              <a:ext cx="296724" cy="266642"/>
            </a:xfrm>
            <a:prstGeom prst="cube">
              <a:avLst>
                <a:gd name="adj" fmla="val 49834"/>
              </a:avLst>
            </a:prstGeom>
            <a:solidFill>
              <a:schemeClr val="accent4">
                <a:lumMod val="60000"/>
                <a:lumOff val="40000"/>
                <a:alpha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60" name="直线箭头连接符 256">
              <a:extLst>
                <a:ext uri="{FF2B5EF4-FFF2-40B4-BE49-F238E27FC236}">
                  <a16:creationId xmlns:a16="http://schemas.microsoft.com/office/drawing/2014/main" id="{1B96CBFE-3DD7-A93A-BAC5-F512998B3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3751" y="4880111"/>
              <a:ext cx="358068" cy="0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60AB467B-EA60-3EBE-CC05-F99229942FFC}"/>
                </a:ext>
              </a:extLst>
            </p:cNvPr>
            <p:cNvSpPr/>
            <p:nvPr/>
          </p:nvSpPr>
          <p:spPr>
            <a:xfrm>
              <a:off x="5571820" y="4687678"/>
              <a:ext cx="872987" cy="43908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N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  <a:endPara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  <a:endParaRPr lang="en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98BC66-8773-2346-5EF4-660CEE2BC1C8}"/>
                </a:ext>
              </a:extLst>
            </p:cNvPr>
            <p:cNvSpPr txBox="1"/>
            <p:nvPr/>
          </p:nvSpPr>
          <p:spPr>
            <a:xfrm>
              <a:off x="3616540" y="5255360"/>
              <a:ext cx="16137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Residual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Blocks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for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Latent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Feature</a:t>
              </a:r>
              <a:r>
                <a:rPr lang="zh-CN" altLang="en-US" sz="11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100" kern="100" dirty="0">
                  <a:latin typeface="Times New Roman" panose="02020603050405020304" pitchFamily="18" charset="0"/>
                </a:rPr>
                <a:t>Extraction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CB1BB14-E8D6-6729-E6C8-B99FBE8F00C6}"/>
              </a:ext>
            </a:extLst>
          </p:cNvPr>
          <p:cNvSpPr txBox="1"/>
          <p:nvPr/>
        </p:nvSpPr>
        <p:spPr>
          <a:xfrm>
            <a:off x="8416431" y="9345936"/>
            <a:ext cx="1404376" cy="33855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Output:</a:t>
            </a:r>
            <a:r>
              <a:rPr lang="zh-CN" altLang="en-US" sz="11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Long-term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Reconstructed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ECG</a:t>
            </a:r>
            <a:endParaRPr lang="en-CN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92EECB4-761B-838B-1588-D1FA7B4153C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0"/>
          <a:stretch/>
        </p:blipFill>
        <p:spPr>
          <a:xfrm>
            <a:off x="8561436" y="8729071"/>
            <a:ext cx="1073645" cy="598656"/>
          </a:xfrm>
          <a:prstGeom prst="rect">
            <a:avLst/>
          </a:prstGeom>
        </p:spPr>
      </p:pic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B319E00A-0B93-35B1-C7D6-1D5BDF0D56CA}"/>
              </a:ext>
            </a:extLst>
          </p:cNvPr>
          <p:cNvCxnSpPr>
            <a:cxnSpLocks/>
            <a:stCxn id="21" idx="2"/>
            <a:endCxn id="208" idx="1"/>
          </p:cNvCxnSpPr>
          <p:nvPr/>
        </p:nvCxnSpPr>
        <p:spPr>
          <a:xfrm rot="5400000" flipH="1">
            <a:off x="3278155" y="8097866"/>
            <a:ext cx="2606332" cy="1660313"/>
          </a:xfrm>
          <a:prstGeom prst="bentConnector3">
            <a:avLst>
              <a:gd name="adj1" fmla="val -11904"/>
            </a:avLst>
          </a:prstGeom>
          <a:ln w="38100" cap="rnd">
            <a:solidFill>
              <a:schemeClr val="accent2">
                <a:lumMod val="75000"/>
              </a:schemeClr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5" name="TextBox 534">
            <a:extLst>
              <a:ext uri="{FF2B5EF4-FFF2-40B4-BE49-F238E27FC236}">
                <a16:creationId xmlns:a16="http://schemas.microsoft.com/office/drawing/2014/main" id="{700C65F7-4F6C-9BDD-E8B0-CF8B4DB320FB}"/>
              </a:ext>
            </a:extLst>
          </p:cNvPr>
          <p:cNvSpPr txBox="1"/>
          <p:nvPr/>
        </p:nvSpPr>
        <p:spPr>
          <a:xfrm>
            <a:off x="2775162" y="5570770"/>
            <a:ext cx="1376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Spectrograms</a:t>
            </a:r>
          </a:p>
        </p:txBody>
      </p:sp>
      <p:cxnSp>
        <p:nvCxnSpPr>
          <p:cNvPr id="45" name="直线箭头连接符 256">
            <a:extLst>
              <a:ext uri="{FF2B5EF4-FFF2-40B4-BE49-F238E27FC236}">
                <a16:creationId xmlns:a16="http://schemas.microsoft.com/office/drawing/2014/main" id="{7C94C3F2-5B55-8804-91C3-DAD5CD67EF50}"/>
              </a:ext>
            </a:extLst>
          </p:cNvPr>
          <p:cNvCxnSpPr>
            <a:cxnSpLocks/>
          </p:cNvCxnSpPr>
          <p:nvPr/>
        </p:nvCxnSpPr>
        <p:spPr>
          <a:xfrm flipH="1">
            <a:off x="3636102" y="4066246"/>
            <a:ext cx="788" cy="30274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0" name="TextBox 29">
                <a:extLst>
                  <a:ext uri="{FF2B5EF4-FFF2-40B4-BE49-F238E27FC236}">
                    <a16:creationId xmlns:a16="http://schemas.microsoft.com/office/drawing/2014/main" id="{D7300B65-CDE5-A7D3-4306-30C6A97DC41F}"/>
                  </a:ext>
                </a:extLst>
              </p:cNvPr>
              <p:cNvSpPr txBox="1"/>
              <p:nvPr/>
            </p:nvSpPr>
            <p:spPr>
              <a:xfrm>
                <a:off x="2165618" y="2387522"/>
                <a:ext cx="294096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1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Input:</a:t>
                </a:r>
                <a:r>
                  <a:rPr lang="zh-CN" altLang="en-US" sz="1100" kern="1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100" kern="100" dirty="0">
                    <a:latin typeface="Times New Roman" panose="02020603050405020304" pitchFamily="18" charset="0"/>
                  </a:rPr>
                  <a:t>Synchronous</a:t>
                </a:r>
                <a:r>
                  <a:rPr lang="zh-CN" altLang="en-US" sz="11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100" kern="100" dirty="0">
                    <a:latin typeface="Times New Roman" panose="02020603050405020304" pitchFamily="18" charset="0"/>
                  </a:rPr>
                  <a:t>Radar Signals</a:t>
                </a:r>
                <a:r>
                  <a:rPr lang="zh-CN" altLang="en-US" sz="1100" kern="1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1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sz="11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100" kern="100" dirty="0">
                    <a:latin typeface="Times New Roman" panose="02020603050405020304" pitchFamily="18" charset="0"/>
                  </a:rPr>
                  <a:t>50</a:t>
                </a:r>
              </a:p>
            </p:txBody>
          </p:sp>
        </mc:Choice>
        <mc:Fallback xmlns="">
          <p:sp>
            <p:nvSpPr>
              <p:cNvPr id="540" name="TextBox 29">
                <a:extLst>
                  <a:ext uri="{FF2B5EF4-FFF2-40B4-BE49-F238E27FC236}">
                    <a16:creationId xmlns:a16="http://schemas.microsoft.com/office/drawing/2014/main" id="{D7300B65-CDE5-A7D3-4306-30C6A97DC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618" y="2387522"/>
                <a:ext cx="2940967" cy="261610"/>
              </a:xfrm>
              <a:prstGeom prst="rect">
                <a:avLst/>
              </a:prstGeom>
              <a:blipFill>
                <a:blip r:embed="rId1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8" name="Elbow Connector 547">
            <a:extLst>
              <a:ext uri="{FF2B5EF4-FFF2-40B4-BE49-F238E27FC236}">
                <a16:creationId xmlns:a16="http://schemas.microsoft.com/office/drawing/2014/main" id="{8A3B2185-6A7D-C81A-8150-07B2C7FA354D}"/>
              </a:ext>
            </a:extLst>
          </p:cNvPr>
          <p:cNvCxnSpPr>
            <a:cxnSpLocks/>
            <a:stCxn id="535" idx="2"/>
            <a:endCxn id="208" idx="0"/>
          </p:cNvCxnSpPr>
          <p:nvPr/>
        </p:nvCxnSpPr>
        <p:spPr>
          <a:xfrm rot="5400000">
            <a:off x="2310206" y="5662068"/>
            <a:ext cx="982736" cy="1323360"/>
          </a:xfrm>
          <a:prstGeom prst="bentConnector4">
            <a:avLst>
              <a:gd name="adj1" fmla="val 8080"/>
              <a:gd name="adj2" fmla="val 113374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8FA9856-51FE-A24B-D8FF-B6FF8A84B328}"/>
              </a:ext>
            </a:extLst>
          </p:cNvPr>
          <p:cNvGrpSpPr/>
          <p:nvPr/>
        </p:nvGrpSpPr>
        <p:grpSpPr>
          <a:xfrm>
            <a:off x="4358715" y="7705260"/>
            <a:ext cx="3224791" cy="2724439"/>
            <a:chOff x="2960064" y="1023040"/>
            <a:chExt cx="3224791" cy="27244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2F6B59-288A-470E-C15D-49969229595C}"/>
                </a:ext>
              </a:extLst>
            </p:cNvPr>
            <p:cNvSpPr/>
            <p:nvPr/>
          </p:nvSpPr>
          <p:spPr>
            <a:xfrm>
              <a:off x="3209613" y="1428098"/>
              <a:ext cx="1600257" cy="518603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337"/>
              </a:schemeClr>
            </a:solidFill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Obtain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Original Task-specific Gradients 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圆角矩形 32">
              <a:extLst>
                <a:ext uri="{FF2B5EF4-FFF2-40B4-BE49-F238E27FC236}">
                  <a16:creationId xmlns:a16="http://schemas.microsoft.com/office/drawing/2014/main" id="{C8937E8D-6D3B-3895-F88B-25C7D0DEA496}"/>
                </a:ext>
              </a:extLst>
            </p:cNvPr>
            <p:cNvSpPr/>
            <p:nvPr/>
          </p:nvSpPr>
          <p:spPr>
            <a:xfrm>
              <a:off x="2962708" y="1041639"/>
              <a:ext cx="3222147" cy="2705840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C65A1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sp>
          <p:nvSpPr>
            <p:cNvPr id="8" name="矩形 33">
              <a:extLst>
                <a:ext uri="{FF2B5EF4-FFF2-40B4-BE49-F238E27FC236}">
                  <a16:creationId xmlns:a16="http://schemas.microsoft.com/office/drawing/2014/main" id="{CCB69DDB-B6C2-2EFD-E9A6-63D6E62E94D6}"/>
                </a:ext>
              </a:extLst>
            </p:cNvPr>
            <p:cNvSpPr/>
            <p:nvPr/>
          </p:nvSpPr>
          <p:spPr>
            <a:xfrm>
              <a:off x="2960064" y="1023040"/>
              <a:ext cx="3147386" cy="27469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1185" b="1" dirty="0">
                  <a:solidFill>
                    <a:srgbClr val="C00000"/>
                  </a:solidFill>
                  <a:latin typeface="Times" pitchFamily="2" charset="0"/>
                </a:rPr>
                <a:t>(e)</a:t>
              </a:r>
              <a:r>
                <a:rPr kumimoji="1" lang="zh-CN" altLang="en-US" sz="1185" b="1" dirty="0">
                  <a:solidFill>
                    <a:srgbClr val="C00000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C00000"/>
                  </a:solidFill>
                  <a:latin typeface="Times" pitchFamily="2" charset="0"/>
                </a:rPr>
                <a:t>EGA</a:t>
              </a:r>
              <a:r>
                <a:rPr kumimoji="1" lang="zh-CN" altLang="en-US" sz="1185" b="1" dirty="0">
                  <a:solidFill>
                    <a:srgbClr val="C00000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C00000"/>
                  </a:solidFill>
                  <a:latin typeface="Times" pitchFamily="2" charset="0"/>
                </a:rPr>
                <a:t>Strategy for Network Training </a:t>
              </a:r>
              <a:r>
                <a:rPr kumimoji="1" lang="zh-CN" altLang="en-US" sz="1185" b="1" dirty="0">
                  <a:solidFill>
                    <a:srgbClr val="C00000"/>
                  </a:solidFill>
                  <a:latin typeface="Times" pitchFamily="2" charset="0"/>
                </a:rPr>
                <a:t> </a:t>
              </a:r>
            </a:p>
          </p:txBody>
        </p:sp>
        <p:cxnSp>
          <p:nvCxnSpPr>
            <p:cNvPr id="12" name="直线箭头连接符 256">
              <a:extLst>
                <a:ext uri="{FF2B5EF4-FFF2-40B4-BE49-F238E27FC236}">
                  <a16:creationId xmlns:a16="http://schemas.microsoft.com/office/drawing/2014/main" id="{E812B600-798F-9DC3-DA69-7A6A19CBB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9788" y="1828087"/>
              <a:ext cx="756000" cy="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箭头连接符 256">
              <a:extLst>
                <a:ext uri="{FF2B5EF4-FFF2-40B4-BE49-F238E27FC236}">
                  <a16:creationId xmlns:a16="http://schemas.microsoft.com/office/drawing/2014/main" id="{24A63B69-5C21-597C-40E6-E54615DF08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8729" y="1379007"/>
              <a:ext cx="0" cy="64095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箭头连接符 256">
              <a:extLst>
                <a:ext uri="{FF2B5EF4-FFF2-40B4-BE49-F238E27FC236}">
                  <a16:creationId xmlns:a16="http://schemas.microsoft.com/office/drawing/2014/main" id="{6231743C-85C9-57A3-4414-252330B14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520" y="1529939"/>
              <a:ext cx="402418" cy="434191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箭头连接符 256">
              <a:extLst>
                <a:ext uri="{FF2B5EF4-FFF2-40B4-BE49-F238E27FC236}">
                  <a16:creationId xmlns:a16="http://schemas.microsoft.com/office/drawing/2014/main" id="{DE018229-82DB-6419-883B-D17BF38EF63F}"/>
                </a:ext>
              </a:extLst>
            </p:cNvPr>
            <p:cNvCxnSpPr>
              <a:cxnSpLocks/>
            </p:cNvCxnSpPr>
            <p:nvPr/>
          </p:nvCxnSpPr>
          <p:spPr>
            <a:xfrm>
              <a:off x="5202676" y="1822402"/>
              <a:ext cx="289991" cy="195471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97A0905-5153-7466-CEC2-61700480B7F3}"/>
                </a:ext>
              </a:extLst>
            </p:cNvPr>
            <p:cNvSpPr/>
            <p:nvPr/>
          </p:nvSpPr>
          <p:spPr>
            <a:xfrm>
              <a:off x="3209613" y="2240261"/>
              <a:ext cx="1603650" cy="518604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337"/>
              </a:schemeClr>
            </a:solidFill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Eliminate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Conflict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Dominance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DE5F1A-73D3-3CFF-DCAC-834511ABF85E}"/>
                </a:ext>
              </a:extLst>
            </p:cNvPr>
            <p:cNvSpPr/>
            <p:nvPr/>
          </p:nvSpPr>
          <p:spPr>
            <a:xfrm>
              <a:off x="3209320" y="3026483"/>
              <a:ext cx="1607012" cy="52248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337"/>
              </a:schemeClr>
            </a:solidFill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Compensate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Hard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by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Eccentric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</a:t>
              </a:r>
              <a:r>
                <a: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线箭头连接符 256">
              <a:extLst>
                <a:ext uri="{FF2B5EF4-FFF2-40B4-BE49-F238E27FC236}">
                  <a16:creationId xmlns:a16="http://schemas.microsoft.com/office/drawing/2014/main" id="{B3925AB0-A28F-7FD0-DAEE-741A26DC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5715" y="2651192"/>
              <a:ext cx="756000" cy="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56">
              <a:extLst>
                <a:ext uri="{FF2B5EF4-FFF2-40B4-BE49-F238E27FC236}">
                  <a16:creationId xmlns:a16="http://schemas.microsoft.com/office/drawing/2014/main" id="{A887291C-E0AF-72A5-9DF7-F3FCDEEDA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4656" y="2202112"/>
              <a:ext cx="0" cy="64095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箭头连接符 256">
              <a:extLst>
                <a:ext uri="{FF2B5EF4-FFF2-40B4-BE49-F238E27FC236}">
                  <a16:creationId xmlns:a16="http://schemas.microsoft.com/office/drawing/2014/main" id="{21925D57-E6E3-58DD-B1AF-4EED4934D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2447" y="2353044"/>
              <a:ext cx="402418" cy="434191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箭头连接符 256">
              <a:extLst>
                <a:ext uri="{FF2B5EF4-FFF2-40B4-BE49-F238E27FC236}">
                  <a16:creationId xmlns:a16="http://schemas.microsoft.com/office/drawing/2014/main" id="{BC262F18-BCDD-5DE6-0343-5AFF1A2E7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637" y="3428080"/>
              <a:ext cx="756000" cy="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56">
              <a:extLst>
                <a:ext uri="{FF2B5EF4-FFF2-40B4-BE49-F238E27FC236}">
                  <a16:creationId xmlns:a16="http://schemas.microsoft.com/office/drawing/2014/main" id="{04E6E92E-1D46-4A62-EF14-1861E5605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578" y="2979000"/>
              <a:ext cx="0" cy="640950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线箭头连接符 256">
              <a:extLst>
                <a:ext uri="{FF2B5EF4-FFF2-40B4-BE49-F238E27FC236}">
                  <a16:creationId xmlns:a16="http://schemas.microsoft.com/office/drawing/2014/main" id="{F1F5C5BC-BBF6-2F65-9AF0-866AAFD54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2369" y="3100932"/>
              <a:ext cx="432279" cy="463191"/>
            </a:xfrm>
            <a:prstGeom prst="straightConnector1">
              <a:avLst/>
            </a:prstGeom>
            <a:ln w="158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线箭头连接符 256">
              <a:extLst>
                <a:ext uri="{FF2B5EF4-FFF2-40B4-BE49-F238E27FC236}">
                  <a16:creationId xmlns:a16="http://schemas.microsoft.com/office/drawing/2014/main" id="{8364B442-4FB2-359D-9DD9-68EA700FBA61}"/>
                </a:ext>
              </a:extLst>
            </p:cNvPr>
            <p:cNvCxnSpPr>
              <a:cxnSpLocks/>
              <a:stCxn id="5" idx="2"/>
              <a:endCxn id="20" idx="0"/>
            </p:cNvCxnSpPr>
            <p:nvPr/>
          </p:nvCxnSpPr>
          <p:spPr>
            <a:xfrm>
              <a:off x="4009742" y="1946701"/>
              <a:ext cx="1696" cy="293560"/>
            </a:xfrm>
            <a:prstGeom prst="straightConnector1">
              <a:avLst/>
            </a:prstGeom>
            <a:ln w="38100">
              <a:solidFill>
                <a:srgbClr val="C75A1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线箭头连接符 256">
              <a:extLst>
                <a:ext uri="{FF2B5EF4-FFF2-40B4-BE49-F238E27FC236}">
                  <a16:creationId xmlns:a16="http://schemas.microsoft.com/office/drawing/2014/main" id="{7E855540-308F-6C79-CD2B-E3D9F7ED9DF0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4011438" y="2758865"/>
              <a:ext cx="1388" cy="267618"/>
            </a:xfrm>
            <a:prstGeom prst="straightConnector1">
              <a:avLst/>
            </a:prstGeom>
            <a:ln w="38100">
              <a:solidFill>
                <a:srgbClr val="C75A1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线箭头连接符 256">
              <a:extLst>
                <a:ext uri="{FF2B5EF4-FFF2-40B4-BE49-F238E27FC236}">
                  <a16:creationId xmlns:a16="http://schemas.microsoft.com/office/drawing/2014/main" id="{D51786EB-BC88-9A14-BA17-909DEF67FE79}"/>
                </a:ext>
              </a:extLst>
            </p:cNvPr>
            <p:cNvCxnSpPr>
              <a:cxnSpLocks/>
            </p:cNvCxnSpPr>
            <p:nvPr/>
          </p:nvCxnSpPr>
          <p:spPr>
            <a:xfrm>
              <a:off x="5881784" y="3176444"/>
              <a:ext cx="0" cy="260453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768D55E-77F2-3B41-ED42-A04CE90BBE12}"/>
                    </a:ext>
                  </a:extLst>
                </p:cNvPr>
                <p:cNvSpPr txBox="1"/>
                <p:nvPr/>
              </p:nvSpPr>
              <p:spPr>
                <a:xfrm>
                  <a:off x="5655416" y="2915015"/>
                  <a:ext cx="4527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𝑒𝑐𝑐</m:t>
                            </m:r>
                          </m:sub>
                        </m:sSub>
                      </m:oMath>
                    </m:oMathPara>
                  </a14:m>
                  <a:endParaRPr lang="en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768D55E-77F2-3B41-ED42-A04CE90BB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5416" y="2915015"/>
                  <a:ext cx="452736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B11B0A3-8E70-4BAE-0561-D5922A5E36B2}"/>
                    </a:ext>
                  </a:extLst>
                </p:cNvPr>
                <p:cNvSpPr txBox="1"/>
                <p:nvPr/>
              </p:nvSpPr>
              <p:spPr>
                <a:xfrm>
                  <a:off x="5497617" y="1875485"/>
                  <a:ext cx="26728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B11B0A3-8E70-4BAE-0561-D5922A5E3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617" y="1875485"/>
                  <a:ext cx="267285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9091" b="-4348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43D03D9-25D0-D9B0-6423-7455E96DD2D0}"/>
                    </a:ext>
                  </a:extLst>
                </p:cNvPr>
                <p:cNvSpPr txBox="1"/>
                <p:nvPr/>
              </p:nvSpPr>
              <p:spPr>
                <a:xfrm>
                  <a:off x="4986507" y="1388615"/>
                  <a:ext cx="26728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43D03D9-25D0-D9B0-6423-7455E96DD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507" y="1388615"/>
                  <a:ext cx="26728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909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FC6C573-27ED-91F7-F1C1-A71C6FACB015}"/>
                    </a:ext>
                  </a:extLst>
                </p:cNvPr>
                <p:cNvSpPr txBox="1"/>
                <p:nvPr/>
              </p:nvSpPr>
              <p:spPr>
                <a:xfrm>
                  <a:off x="5827161" y="1430627"/>
                  <a:ext cx="26728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C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FC6C573-27ED-91F7-F1C1-A71C6FACB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161" y="1430627"/>
                  <a:ext cx="267285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9091" b="-4348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线箭头连接符 256">
              <a:extLst>
                <a:ext uri="{FF2B5EF4-FFF2-40B4-BE49-F238E27FC236}">
                  <a16:creationId xmlns:a16="http://schemas.microsoft.com/office/drawing/2014/main" id="{B9A43ABC-EB30-40F2-1CC1-BAE5786E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8457" y="1342681"/>
              <a:ext cx="167258" cy="8446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线箭头连接符 256">
              <a:extLst>
                <a:ext uri="{FF2B5EF4-FFF2-40B4-BE49-F238E27FC236}">
                  <a16:creationId xmlns:a16="http://schemas.microsoft.com/office/drawing/2014/main" id="{A81D011E-A0AB-0FA7-880A-551ED375F44F}"/>
                </a:ext>
              </a:extLst>
            </p:cNvPr>
            <p:cNvCxnSpPr>
              <a:cxnSpLocks/>
            </p:cNvCxnSpPr>
            <p:nvPr/>
          </p:nvCxnSpPr>
          <p:spPr>
            <a:xfrm>
              <a:off x="4820276" y="1948617"/>
              <a:ext cx="163801" cy="166128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圆角矩形 32">
              <a:extLst>
                <a:ext uri="{FF2B5EF4-FFF2-40B4-BE49-F238E27FC236}">
                  <a16:creationId xmlns:a16="http://schemas.microsoft.com/office/drawing/2014/main" id="{EDDE9788-35D9-C747-D139-4CA7623E6132}"/>
                </a:ext>
              </a:extLst>
            </p:cNvPr>
            <p:cNvSpPr/>
            <p:nvPr/>
          </p:nvSpPr>
          <p:spPr>
            <a:xfrm>
              <a:off x="4941200" y="1331745"/>
              <a:ext cx="1165789" cy="790896"/>
            </a:xfrm>
            <a:prstGeom prst="roundRect">
              <a:avLst>
                <a:gd name="adj" fmla="val 10363"/>
              </a:avLst>
            </a:prstGeom>
            <a:noFill/>
            <a:ln w="158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cxnSp>
          <p:nvCxnSpPr>
            <p:cNvPr id="48" name="直线箭头连接符 256">
              <a:extLst>
                <a:ext uri="{FF2B5EF4-FFF2-40B4-BE49-F238E27FC236}">
                  <a16:creationId xmlns:a16="http://schemas.microsoft.com/office/drawing/2014/main" id="{C0CA7A85-F1B3-1FE3-745D-9C1C3648D6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3264" y="2199920"/>
              <a:ext cx="159000" cy="39260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线箭头连接符 256">
              <a:extLst>
                <a:ext uri="{FF2B5EF4-FFF2-40B4-BE49-F238E27FC236}">
                  <a16:creationId xmlns:a16="http://schemas.microsoft.com/office/drawing/2014/main" id="{4F290769-D350-998F-B23B-BE3052898A27}"/>
                </a:ext>
              </a:extLst>
            </p:cNvPr>
            <p:cNvCxnSpPr>
              <a:cxnSpLocks/>
            </p:cNvCxnSpPr>
            <p:nvPr/>
          </p:nvCxnSpPr>
          <p:spPr>
            <a:xfrm>
              <a:off x="4816331" y="2771472"/>
              <a:ext cx="154295" cy="126868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圆角矩形 32">
              <a:extLst>
                <a:ext uri="{FF2B5EF4-FFF2-40B4-BE49-F238E27FC236}">
                  <a16:creationId xmlns:a16="http://schemas.microsoft.com/office/drawing/2014/main" id="{268F48B3-B3E4-2FA2-7195-01779EE49259}"/>
                </a:ext>
              </a:extLst>
            </p:cNvPr>
            <p:cNvSpPr/>
            <p:nvPr/>
          </p:nvSpPr>
          <p:spPr>
            <a:xfrm>
              <a:off x="4927749" y="2180874"/>
              <a:ext cx="1165789" cy="725362"/>
            </a:xfrm>
            <a:prstGeom prst="roundRect">
              <a:avLst>
                <a:gd name="adj" fmla="val 10363"/>
              </a:avLst>
            </a:prstGeom>
            <a:noFill/>
            <a:ln w="158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cxnSp>
          <p:nvCxnSpPr>
            <p:cNvPr id="51" name="直线箭头连接符 256">
              <a:extLst>
                <a:ext uri="{FF2B5EF4-FFF2-40B4-BE49-F238E27FC236}">
                  <a16:creationId xmlns:a16="http://schemas.microsoft.com/office/drawing/2014/main" id="{179918B1-8C05-A031-2356-75F41BE95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6331" y="2964469"/>
              <a:ext cx="169384" cy="62014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线箭头连接符 256">
              <a:extLst>
                <a:ext uri="{FF2B5EF4-FFF2-40B4-BE49-F238E27FC236}">
                  <a16:creationId xmlns:a16="http://schemas.microsoft.com/office/drawing/2014/main" id="{44D0EBF7-5ECF-DA8A-921E-C42D2B3733ED}"/>
                </a:ext>
              </a:extLst>
            </p:cNvPr>
            <p:cNvCxnSpPr>
              <a:cxnSpLocks/>
            </p:cNvCxnSpPr>
            <p:nvPr/>
          </p:nvCxnSpPr>
          <p:spPr>
            <a:xfrm>
              <a:off x="4816331" y="3546168"/>
              <a:ext cx="165167" cy="138520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圆角矩形 32">
              <a:extLst>
                <a:ext uri="{FF2B5EF4-FFF2-40B4-BE49-F238E27FC236}">
                  <a16:creationId xmlns:a16="http://schemas.microsoft.com/office/drawing/2014/main" id="{79B2DA63-FD8E-E740-BB1B-3EA4E00F5F4A}"/>
                </a:ext>
              </a:extLst>
            </p:cNvPr>
            <p:cNvSpPr/>
            <p:nvPr/>
          </p:nvSpPr>
          <p:spPr>
            <a:xfrm>
              <a:off x="4938621" y="2961266"/>
              <a:ext cx="1165789" cy="713407"/>
            </a:xfrm>
            <a:prstGeom prst="roundRect">
              <a:avLst>
                <a:gd name="adj" fmla="val 10363"/>
              </a:avLst>
            </a:prstGeom>
            <a:noFill/>
            <a:ln w="158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524"/>
            </a:p>
          </p:txBody>
        </p:sp>
        <p:cxnSp>
          <p:nvCxnSpPr>
            <p:cNvPr id="54" name="直线箭头连接符 256">
              <a:extLst>
                <a:ext uri="{FF2B5EF4-FFF2-40B4-BE49-F238E27FC236}">
                  <a16:creationId xmlns:a16="http://schemas.microsoft.com/office/drawing/2014/main" id="{D5E3B3FC-766B-21F2-7F09-330958C0B1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2770" y="1634787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线箭头连接符 256">
              <a:extLst>
                <a:ext uri="{FF2B5EF4-FFF2-40B4-BE49-F238E27FC236}">
                  <a16:creationId xmlns:a16="http://schemas.microsoft.com/office/drawing/2014/main" id="{1EF42DE5-D285-548C-A2F3-FFF3FE96EC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4719" y="1648613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线箭头连接符 256">
              <a:extLst>
                <a:ext uri="{FF2B5EF4-FFF2-40B4-BE49-F238E27FC236}">
                  <a16:creationId xmlns:a16="http://schemas.microsoft.com/office/drawing/2014/main" id="{D1D072D5-EFF0-E0C7-271D-EA5E220E5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261" y="1363781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线箭头连接符 256">
              <a:extLst>
                <a:ext uri="{FF2B5EF4-FFF2-40B4-BE49-F238E27FC236}">
                  <a16:creationId xmlns:a16="http://schemas.microsoft.com/office/drawing/2014/main" id="{53311D8B-4CCD-7834-2D92-0FBAF1CE7C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2246" y="1739865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箭头连接符 256">
              <a:extLst>
                <a:ext uri="{FF2B5EF4-FFF2-40B4-BE49-F238E27FC236}">
                  <a16:creationId xmlns:a16="http://schemas.microsoft.com/office/drawing/2014/main" id="{06F1B2C5-385D-C59C-537D-DBEB45B26C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0737" y="1468859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线箭头连接符 256">
              <a:extLst>
                <a:ext uri="{FF2B5EF4-FFF2-40B4-BE49-F238E27FC236}">
                  <a16:creationId xmlns:a16="http://schemas.microsoft.com/office/drawing/2014/main" id="{86BCCD47-96E6-9FDE-A2E7-1056951133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0460" y="1919812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线箭头连接符 256">
              <a:extLst>
                <a:ext uri="{FF2B5EF4-FFF2-40B4-BE49-F238E27FC236}">
                  <a16:creationId xmlns:a16="http://schemas.microsoft.com/office/drawing/2014/main" id="{FC4D6298-BE5A-C2C8-D938-2016BF6A4A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8951" y="1648806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线箭头连接符 256">
              <a:extLst>
                <a:ext uri="{FF2B5EF4-FFF2-40B4-BE49-F238E27FC236}">
                  <a16:creationId xmlns:a16="http://schemas.microsoft.com/office/drawing/2014/main" id="{4137E873-A84E-E03F-34AB-1C6B84B8F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3256" y="1361770"/>
              <a:ext cx="280719" cy="300676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8" name="直线箭头连接符 256">
              <a:extLst>
                <a:ext uri="{FF2B5EF4-FFF2-40B4-BE49-F238E27FC236}">
                  <a16:creationId xmlns:a16="http://schemas.microsoft.com/office/drawing/2014/main" id="{3D74ECAC-0E32-4D6C-5362-1CB4253735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665" y="1503226"/>
              <a:ext cx="275324" cy="323732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0" name="直线箭头连接符 256">
              <a:extLst>
                <a:ext uri="{FF2B5EF4-FFF2-40B4-BE49-F238E27FC236}">
                  <a16:creationId xmlns:a16="http://schemas.microsoft.com/office/drawing/2014/main" id="{7B9EC695-C50A-C943-42DA-DE15243B6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242" y="1635075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" name="直线箭头连接符 256">
              <a:extLst>
                <a:ext uri="{FF2B5EF4-FFF2-40B4-BE49-F238E27FC236}">
                  <a16:creationId xmlns:a16="http://schemas.microsoft.com/office/drawing/2014/main" id="{08587249-1AF0-2A1E-0755-7E5908175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388" y="1630960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2" name="直线箭头连接符 256">
              <a:extLst>
                <a:ext uri="{FF2B5EF4-FFF2-40B4-BE49-F238E27FC236}">
                  <a16:creationId xmlns:a16="http://schemas.microsoft.com/office/drawing/2014/main" id="{40B36903-1679-6C7D-F607-133A2FCEC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2676" y="1448509"/>
              <a:ext cx="857169" cy="373893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3" name="直线箭头连接符 256">
              <a:extLst>
                <a:ext uri="{FF2B5EF4-FFF2-40B4-BE49-F238E27FC236}">
                  <a16:creationId xmlns:a16="http://schemas.microsoft.com/office/drawing/2014/main" id="{104A0686-35D6-C954-B0A9-876FB011D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1784" y="1631572"/>
              <a:ext cx="90892" cy="19083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4" name="直线箭头连接符 256">
              <a:extLst>
                <a:ext uri="{FF2B5EF4-FFF2-40B4-BE49-F238E27FC236}">
                  <a16:creationId xmlns:a16="http://schemas.microsoft.com/office/drawing/2014/main" id="{4B797782-1EE6-F483-0CB4-B993505D0F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6940" y="2465654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直线箭头连接符 256">
              <a:extLst>
                <a:ext uri="{FF2B5EF4-FFF2-40B4-BE49-F238E27FC236}">
                  <a16:creationId xmlns:a16="http://schemas.microsoft.com/office/drawing/2014/main" id="{9BC75E2B-A278-BEB8-92EA-008F14AA5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8889" y="2479480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6" name="直线箭头连接符 256">
              <a:extLst>
                <a:ext uri="{FF2B5EF4-FFF2-40B4-BE49-F238E27FC236}">
                  <a16:creationId xmlns:a16="http://schemas.microsoft.com/office/drawing/2014/main" id="{F4167F5D-4718-9D78-FD85-D1A8B10B0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5431" y="2194648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直线箭头连接符 256">
              <a:extLst>
                <a:ext uri="{FF2B5EF4-FFF2-40B4-BE49-F238E27FC236}">
                  <a16:creationId xmlns:a16="http://schemas.microsoft.com/office/drawing/2014/main" id="{54739B27-FF63-B007-9EEC-E7E9888EC8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6416" y="2570732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直线箭头连接符 256">
              <a:extLst>
                <a:ext uri="{FF2B5EF4-FFF2-40B4-BE49-F238E27FC236}">
                  <a16:creationId xmlns:a16="http://schemas.microsoft.com/office/drawing/2014/main" id="{68F4D8B8-FAE4-D94B-3D8B-1D5110372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4907" y="2299726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9" name="直线箭头连接符 256">
              <a:extLst>
                <a:ext uri="{FF2B5EF4-FFF2-40B4-BE49-F238E27FC236}">
                  <a16:creationId xmlns:a16="http://schemas.microsoft.com/office/drawing/2014/main" id="{1AC27D3B-4347-0ADE-D3CE-25EC283A66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4630" y="2750679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0" name="直线箭头连接符 256">
              <a:extLst>
                <a:ext uri="{FF2B5EF4-FFF2-40B4-BE49-F238E27FC236}">
                  <a16:creationId xmlns:a16="http://schemas.microsoft.com/office/drawing/2014/main" id="{1C8D0D05-4F94-C755-AB58-384AED822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3121" y="2479673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1" name="直线箭头连接符 256">
              <a:extLst>
                <a:ext uri="{FF2B5EF4-FFF2-40B4-BE49-F238E27FC236}">
                  <a16:creationId xmlns:a16="http://schemas.microsoft.com/office/drawing/2014/main" id="{B6D07D18-9090-9220-8872-BB2F4B16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7426" y="2192637"/>
              <a:ext cx="280719" cy="300676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2" name="直线箭头连接符 256">
              <a:extLst>
                <a:ext uri="{FF2B5EF4-FFF2-40B4-BE49-F238E27FC236}">
                  <a16:creationId xmlns:a16="http://schemas.microsoft.com/office/drawing/2014/main" id="{5D827875-2C6C-DA4B-A751-7B73A9C6C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5835" y="2334093"/>
              <a:ext cx="275324" cy="323732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3" name="直线箭头连接符 256">
              <a:extLst>
                <a:ext uri="{FF2B5EF4-FFF2-40B4-BE49-F238E27FC236}">
                  <a16:creationId xmlns:a16="http://schemas.microsoft.com/office/drawing/2014/main" id="{9F0A717A-0100-D801-9379-36082E163F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9412" y="2465942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4" name="直线箭头连接符 256">
              <a:extLst>
                <a:ext uri="{FF2B5EF4-FFF2-40B4-BE49-F238E27FC236}">
                  <a16:creationId xmlns:a16="http://schemas.microsoft.com/office/drawing/2014/main" id="{B0F64AFF-FF8D-F444-ECDD-FF1966060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558" y="2461827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5" name="直线箭头连接符 256">
              <a:extLst>
                <a:ext uri="{FF2B5EF4-FFF2-40B4-BE49-F238E27FC236}">
                  <a16:creationId xmlns:a16="http://schemas.microsoft.com/office/drawing/2014/main" id="{4DFAA719-1F21-DB3C-250B-98492082E3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0248" y="3251680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6" name="直线箭头连接符 256">
              <a:extLst>
                <a:ext uri="{FF2B5EF4-FFF2-40B4-BE49-F238E27FC236}">
                  <a16:creationId xmlns:a16="http://schemas.microsoft.com/office/drawing/2014/main" id="{8253FFCB-5467-8E7A-C199-6A4C1DCBD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2197" y="3265506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7" name="直线箭头连接符 256">
              <a:extLst>
                <a:ext uri="{FF2B5EF4-FFF2-40B4-BE49-F238E27FC236}">
                  <a16:creationId xmlns:a16="http://schemas.microsoft.com/office/drawing/2014/main" id="{15AB8E1D-ADFD-9699-F852-9BC5799173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8739" y="2980674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8" name="直线箭头连接符 256">
              <a:extLst>
                <a:ext uri="{FF2B5EF4-FFF2-40B4-BE49-F238E27FC236}">
                  <a16:creationId xmlns:a16="http://schemas.microsoft.com/office/drawing/2014/main" id="{F113FF21-1FDC-F5F2-9A1B-F31EE45D62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9724" y="3356758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9" name="直线箭头连接符 256">
              <a:extLst>
                <a:ext uri="{FF2B5EF4-FFF2-40B4-BE49-F238E27FC236}">
                  <a16:creationId xmlns:a16="http://schemas.microsoft.com/office/drawing/2014/main" id="{8E02C557-EE2E-D128-6B63-D136BB0397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8215" y="3085752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0" name="直线箭头连接符 256">
              <a:extLst>
                <a:ext uri="{FF2B5EF4-FFF2-40B4-BE49-F238E27FC236}">
                  <a16:creationId xmlns:a16="http://schemas.microsoft.com/office/drawing/2014/main" id="{68F82256-5A11-A038-D9CC-3FF8E1914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7938" y="3536705"/>
              <a:ext cx="396000" cy="0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1" name="直线箭头连接符 256">
              <a:extLst>
                <a:ext uri="{FF2B5EF4-FFF2-40B4-BE49-F238E27FC236}">
                  <a16:creationId xmlns:a16="http://schemas.microsoft.com/office/drawing/2014/main" id="{14430AB9-DD65-17D3-F54E-151048BA9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6429" y="3265699"/>
              <a:ext cx="931" cy="268597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2" name="直线箭头连接符 256">
              <a:extLst>
                <a:ext uri="{FF2B5EF4-FFF2-40B4-BE49-F238E27FC236}">
                  <a16:creationId xmlns:a16="http://schemas.microsoft.com/office/drawing/2014/main" id="{429EC36B-9CFE-4B28-A318-33DF9EACA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0734" y="2978663"/>
              <a:ext cx="280719" cy="300676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3" name="直线箭头连接符 256">
              <a:extLst>
                <a:ext uri="{FF2B5EF4-FFF2-40B4-BE49-F238E27FC236}">
                  <a16:creationId xmlns:a16="http://schemas.microsoft.com/office/drawing/2014/main" id="{3C9A50C4-4DBB-A3DD-1A31-6D7066FA7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143" y="3120119"/>
              <a:ext cx="275324" cy="323732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4" name="直线箭头连接符 256">
              <a:extLst>
                <a:ext uri="{FF2B5EF4-FFF2-40B4-BE49-F238E27FC236}">
                  <a16:creationId xmlns:a16="http://schemas.microsoft.com/office/drawing/2014/main" id="{04E88C53-2D48-EBE0-5C82-E082FEE67A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2720" y="3251968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5" name="直线箭头连接符 256">
              <a:extLst>
                <a:ext uri="{FF2B5EF4-FFF2-40B4-BE49-F238E27FC236}">
                  <a16:creationId xmlns:a16="http://schemas.microsoft.com/office/drawing/2014/main" id="{0181F9C9-2FE2-B7F9-C0AF-454AB72E0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866" y="3247853"/>
              <a:ext cx="280620" cy="285925"/>
            </a:xfrm>
            <a:prstGeom prst="straightConnector1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6" name="直线箭头连接符 256">
              <a:extLst>
                <a:ext uri="{FF2B5EF4-FFF2-40B4-BE49-F238E27FC236}">
                  <a16:creationId xmlns:a16="http://schemas.microsoft.com/office/drawing/2014/main" id="{88E7D3D1-1788-3C50-670D-5A8F11739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656" y="2378498"/>
              <a:ext cx="0" cy="2670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7" name="直线箭头连接符 256">
              <a:extLst>
                <a:ext uri="{FF2B5EF4-FFF2-40B4-BE49-F238E27FC236}">
                  <a16:creationId xmlns:a16="http://schemas.microsoft.com/office/drawing/2014/main" id="{216010FC-66BE-EFDE-D252-6B962DE14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8603" y="2467975"/>
              <a:ext cx="164904" cy="177532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8" name="直线箭头连接符 256">
              <a:extLst>
                <a:ext uri="{FF2B5EF4-FFF2-40B4-BE49-F238E27FC236}">
                  <a16:creationId xmlns:a16="http://schemas.microsoft.com/office/drawing/2014/main" id="{64709968-230C-8DED-E7E3-727B9A30BE45}"/>
                </a:ext>
              </a:extLst>
            </p:cNvPr>
            <p:cNvCxnSpPr>
              <a:cxnSpLocks/>
            </p:cNvCxnSpPr>
            <p:nvPr/>
          </p:nvCxnSpPr>
          <p:spPr>
            <a:xfrm>
              <a:off x="5198603" y="2651669"/>
              <a:ext cx="243347" cy="0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9" name="直线箭头连接符 256">
              <a:extLst>
                <a:ext uri="{FF2B5EF4-FFF2-40B4-BE49-F238E27FC236}">
                  <a16:creationId xmlns:a16="http://schemas.microsoft.com/office/drawing/2014/main" id="{EB1429BF-CDE3-E897-5D26-752A5086C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4578" y="3155386"/>
              <a:ext cx="0" cy="2670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1" name="直线箭头连接符 256">
              <a:extLst>
                <a:ext uri="{FF2B5EF4-FFF2-40B4-BE49-F238E27FC236}">
                  <a16:creationId xmlns:a16="http://schemas.microsoft.com/office/drawing/2014/main" id="{2CB1063D-FB61-E54C-AED5-5FEAE772ED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8525" y="3244863"/>
              <a:ext cx="164904" cy="177532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2" name="直线箭头连接符 256">
              <a:extLst>
                <a:ext uri="{FF2B5EF4-FFF2-40B4-BE49-F238E27FC236}">
                  <a16:creationId xmlns:a16="http://schemas.microsoft.com/office/drawing/2014/main" id="{39485FD0-F931-0546-832D-EDCF4A9A6FB3}"/>
                </a:ext>
              </a:extLst>
            </p:cNvPr>
            <p:cNvCxnSpPr>
              <a:cxnSpLocks/>
            </p:cNvCxnSpPr>
            <p:nvPr/>
          </p:nvCxnSpPr>
          <p:spPr>
            <a:xfrm>
              <a:off x="5224396" y="3425478"/>
              <a:ext cx="657388" cy="3522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3" name="直线箭头连接符 256">
              <a:extLst>
                <a:ext uri="{FF2B5EF4-FFF2-40B4-BE49-F238E27FC236}">
                  <a16:creationId xmlns:a16="http://schemas.microsoft.com/office/drawing/2014/main" id="{6D42A057-DF69-B892-F84E-8C3AFC2A4FC0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5241220" y="3175048"/>
              <a:ext cx="640564" cy="241422"/>
            </a:xfrm>
            <a:prstGeom prst="straightConnector1">
              <a:avLst/>
            </a:prstGeom>
            <a:ln w="15875">
              <a:solidFill>
                <a:srgbClr val="7030A0"/>
              </a:solidFill>
              <a:prstDash val="dash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746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70334</TotalTime>
  <Words>131</Words>
  <Application>Microsoft Macintosh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Times</vt:lpstr>
      <vt:lpstr>Arial</vt:lpstr>
      <vt:lpstr>Calibri</vt:lpstr>
      <vt:lpstr>Calibri Light</vt:lpstr>
      <vt:lpstr>Cambria Math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309</cp:revision>
  <cp:lastPrinted>2021-09-11T15:09:31Z</cp:lastPrinted>
  <dcterms:created xsi:type="dcterms:W3CDTF">2021-09-09T10:17:34Z</dcterms:created>
  <dcterms:modified xsi:type="dcterms:W3CDTF">2025-05-09T05:18:45Z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