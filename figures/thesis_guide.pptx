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sldIdLst>
    <p:sldId id="269" r:id="rId2"/>
  </p:sldIdLst>
  <p:sldSz cx="10799763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9C17F"/>
    <a:srgbClr val="FFF4CC"/>
    <a:srgbClr val="8497B1"/>
    <a:srgbClr val="FF4D33"/>
    <a:srgbClr val="F79B8C"/>
    <a:srgbClr val="A6A6A6"/>
    <a:srgbClr val="7E390B"/>
    <a:srgbClr val="385723"/>
    <a:srgbClr val="4121B0"/>
    <a:srgbClr val="F29A3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764"/>
    <p:restoredTop sz="93803"/>
  </p:normalViewPr>
  <p:slideViewPr>
    <p:cSldViewPr snapToGrid="0" snapToObjects="1">
      <p:cViewPr varScale="1">
        <p:scale>
          <a:sx n="115" d="100"/>
          <a:sy n="115" d="100"/>
        </p:scale>
        <p:origin x="672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49971" y="1122363"/>
            <a:ext cx="8099822" cy="2387600"/>
          </a:xfrm>
        </p:spPr>
        <p:txBody>
          <a:bodyPr anchor="b"/>
          <a:lstStyle>
            <a:lvl1pPr algn="ctr">
              <a:defRPr sz="5315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49971" y="3602038"/>
            <a:ext cx="8099822" cy="1655762"/>
          </a:xfrm>
        </p:spPr>
        <p:txBody>
          <a:bodyPr/>
          <a:lstStyle>
            <a:lvl1pPr marL="0" indent="0" algn="ctr">
              <a:buNone/>
              <a:defRPr sz="2126"/>
            </a:lvl1pPr>
            <a:lvl2pPr marL="404988" indent="0" algn="ctr">
              <a:buNone/>
              <a:defRPr sz="1772"/>
            </a:lvl2pPr>
            <a:lvl3pPr marL="809976" indent="0" algn="ctr">
              <a:buNone/>
              <a:defRPr sz="1594"/>
            </a:lvl3pPr>
            <a:lvl4pPr marL="1214963" indent="0" algn="ctr">
              <a:buNone/>
              <a:defRPr sz="1417"/>
            </a:lvl4pPr>
            <a:lvl5pPr marL="1619951" indent="0" algn="ctr">
              <a:buNone/>
              <a:defRPr sz="1417"/>
            </a:lvl5pPr>
            <a:lvl6pPr marL="2024939" indent="0" algn="ctr">
              <a:buNone/>
              <a:defRPr sz="1417"/>
            </a:lvl6pPr>
            <a:lvl7pPr marL="2429927" indent="0" algn="ctr">
              <a:buNone/>
              <a:defRPr sz="1417"/>
            </a:lvl7pPr>
            <a:lvl8pPr marL="2834914" indent="0" algn="ctr">
              <a:buNone/>
              <a:defRPr sz="1417"/>
            </a:lvl8pPr>
            <a:lvl9pPr marL="3239902" indent="0" algn="ctr">
              <a:buNone/>
              <a:defRPr sz="1417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EC0130-F638-1946-9491-BFC646D71EA5}" type="datetimeFigureOut">
              <a:rPr kumimoji="1" lang="zh-CN" altLang="en-US" smtClean="0"/>
              <a:t>2022/7/30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48AA7-E1A6-C242-9689-D78F7533EC8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252862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EC0130-F638-1946-9491-BFC646D71EA5}" type="datetimeFigureOut">
              <a:rPr kumimoji="1" lang="zh-CN" altLang="en-US" smtClean="0"/>
              <a:t>2022/7/30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48AA7-E1A6-C242-9689-D78F7533EC8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437671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859" y="1709739"/>
            <a:ext cx="9314796" cy="2852737"/>
          </a:xfrm>
        </p:spPr>
        <p:txBody>
          <a:bodyPr anchor="b"/>
          <a:lstStyle>
            <a:lvl1pPr>
              <a:defRPr sz="5315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6859" y="4589464"/>
            <a:ext cx="9314796" cy="1500187"/>
          </a:xfrm>
        </p:spPr>
        <p:txBody>
          <a:bodyPr/>
          <a:lstStyle>
            <a:lvl1pPr marL="0" indent="0">
              <a:buNone/>
              <a:defRPr sz="2126">
                <a:solidFill>
                  <a:schemeClr val="tx1">
                    <a:tint val="75000"/>
                  </a:schemeClr>
                </a:solidFill>
              </a:defRPr>
            </a:lvl1pPr>
            <a:lvl2pPr marL="404988" indent="0">
              <a:buNone/>
              <a:defRPr sz="1772">
                <a:solidFill>
                  <a:schemeClr val="tx1">
                    <a:tint val="75000"/>
                  </a:schemeClr>
                </a:solidFill>
              </a:defRPr>
            </a:lvl2pPr>
            <a:lvl3pPr marL="809976" indent="0">
              <a:buNone/>
              <a:defRPr sz="1594">
                <a:solidFill>
                  <a:schemeClr val="tx1">
                    <a:tint val="75000"/>
                  </a:schemeClr>
                </a:solidFill>
              </a:defRPr>
            </a:lvl3pPr>
            <a:lvl4pPr marL="1214963" indent="0">
              <a:buNone/>
              <a:defRPr sz="1417">
                <a:solidFill>
                  <a:schemeClr val="tx1">
                    <a:tint val="75000"/>
                  </a:schemeClr>
                </a:solidFill>
              </a:defRPr>
            </a:lvl4pPr>
            <a:lvl5pPr marL="1619951" indent="0">
              <a:buNone/>
              <a:defRPr sz="1417">
                <a:solidFill>
                  <a:schemeClr val="tx1">
                    <a:tint val="75000"/>
                  </a:schemeClr>
                </a:solidFill>
              </a:defRPr>
            </a:lvl5pPr>
            <a:lvl6pPr marL="2024939" indent="0">
              <a:buNone/>
              <a:defRPr sz="1417">
                <a:solidFill>
                  <a:schemeClr val="tx1">
                    <a:tint val="75000"/>
                  </a:schemeClr>
                </a:solidFill>
              </a:defRPr>
            </a:lvl6pPr>
            <a:lvl7pPr marL="2429927" indent="0">
              <a:buNone/>
              <a:defRPr sz="1417">
                <a:solidFill>
                  <a:schemeClr val="tx1">
                    <a:tint val="75000"/>
                  </a:schemeClr>
                </a:solidFill>
              </a:defRPr>
            </a:lvl7pPr>
            <a:lvl8pPr marL="2834914" indent="0">
              <a:buNone/>
              <a:defRPr sz="1417">
                <a:solidFill>
                  <a:schemeClr val="tx1">
                    <a:tint val="75000"/>
                  </a:schemeClr>
                </a:solidFill>
              </a:defRPr>
            </a:lvl8pPr>
            <a:lvl9pPr marL="3239902" indent="0">
              <a:buNone/>
              <a:defRPr sz="141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EC0130-F638-1946-9491-BFC646D71EA5}" type="datetimeFigureOut">
              <a:rPr kumimoji="1" lang="zh-CN" altLang="en-US" smtClean="0"/>
              <a:t>2022/7/30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48AA7-E1A6-C242-9689-D78F7533EC8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32585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42484" y="1825625"/>
            <a:ext cx="4589899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67380" y="1825625"/>
            <a:ext cx="4589899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EC0130-F638-1946-9491-BFC646D71EA5}" type="datetimeFigureOut">
              <a:rPr kumimoji="1" lang="zh-CN" altLang="en-US" smtClean="0"/>
              <a:t>2022/7/30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48AA7-E1A6-C242-9689-D78F7533EC8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233952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3890" y="365126"/>
            <a:ext cx="9314796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3891" y="1681163"/>
            <a:ext cx="4568806" cy="823912"/>
          </a:xfrm>
        </p:spPr>
        <p:txBody>
          <a:bodyPr anchor="b"/>
          <a:lstStyle>
            <a:lvl1pPr marL="0" indent="0">
              <a:buNone/>
              <a:defRPr sz="2126" b="1"/>
            </a:lvl1pPr>
            <a:lvl2pPr marL="404988" indent="0">
              <a:buNone/>
              <a:defRPr sz="1772" b="1"/>
            </a:lvl2pPr>
            <a:lvl3pPr marL="809976" indent="0">
              <a:buNone/>
              <a:defRPr sz="1594" b="1"/>
            </a:lvl3pPr>
            <a:lvl4pPr marL="1214963" indent="0">
              <a:buNone/>
              <a:defRPr sz="1417" b="1"/>
            </a:lvl4pPr>
            <a:lvl5pPr marL="1619951" indent="0">
              <a:buNone/>
              <a:defRPr sz="1417" b="1"/>
            </a:lvl5pPr>
            <a:lvl6pPr marL="2024939" indent="0">
              <a:buNone/>
              <a:defRPr sz="1417" b="1"/>
            </a:lvl6pPr>
            <a:lvl7pPr marL="2429927" indent="0">
              <a:buNone/>
              <a:defRPr sz="1417" b="1"/>
            </a:lvl7pPr>
            <a:lvl8pPr marL="2834914" indent="0">
              <a:buNone/>
              <a:defRPr sz="1417" b="1"/>
            </a:lvl8pPr>
            <a:lvl9pPr marL="3239902" indent="0">
              <a:buNone/>
              <a:defRPr sz="1417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43891" y="2505075"/>
            <a:ext cx="4568806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467380" y="1681163"/>
            <a:ext cx="4591306" cy="823912"/>
          </a:xfrm>
        </p:spPr>
        <p:txBody>
          <a:bodyPr anchor="b"/>
          <a:lstStyle>
            <a:lvl1pPr marL="0" indent="0">
              <a:buNone/>
              <a:defRPr sz="2126" b="1"/>
            </a:lvl1pPr>
            <a:lvl2pPr marL="404988" indent="0">
              <a:buNone/>
              <a:defRPr sz="1772" b="1"/>
            </a:lvl2pPr>
            <a:lvl3pPr marL="809976" indent="0">
              <a:buNone/>
              <a:defRPr sz="1594" b="1"/>
            </a:lvl3pPr>
            <a:lvl4pPr marL="1214963" indent="0">
              <a:buNone/>
              <a:defRPr sz="1417" b="1"/>
            </a:lvl4pPr>
            <a:lvl5pPr marL="1619951" indent="0">
              <a:buNone/>
              <a:defRPr sz="1417" b="1"/>
            </a:lvl5pPr>
            <a:lvl6pPr marL="2024939" indent="0">
              <a:buNone/>
              <a:defRPr sz="1417" b="1"/>
            </a:lvl6pPr>
            <a:lvl7pPr marL="2429927" indent="0">
              <a:buNone/>
              <a:defRPr sz="1417" b="1"/>
            </a:lvl7pPr>
            <a:lvl8pPr marL="2834914" indent="0">
              <a:buNone/>
              <a:defRPr sz="1417" b="1"/>
            </a:lvl8pPr>
            <a:lvl9pPr marL="3239902" indent="0">
              <a:buNone/>
              <a:defRPr sz="1417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467380" y="2505075"/>
            <a:ext cx="4591306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EC0130-F638-1946-9491-BFC646D71EA5}" type="datetimeFigureOut">
              <a:rPr kumimoji="1" lang="zh-CN" altLang="en-US" smtClean="0"/>
              <a:t>2022/7/30</a:t>
            </a:fld>
            <a:endParaRPr kumimoji="1"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48AA7-E1A6-C242-9689-D78F7533EC8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338916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EC0130-F638-1946-9491-BFC646D71EA5}" type="datetimeFigureOut">
              <a:rPr kumimoji="1" lang="zh-CN" altLang="en-US" smtClean="0"/>
              <a:t>2022/7/30</a:t>
            </a:fld>
            <a:endParaRPr kumimoji="1"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48AA7-E1A6-C242-9689-D78F7533EC8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7800371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EC0130-F638-1946-9491-BFC646D71EA5}" type="datetimeFigureOut">
              <a:rPr kumimoji="1" lang="zh-CN" altLang="en-US" smtClean="0"/>
              <a:t>2022/7/30</a:t>
            </a:fld>
            <a:endParaRPr kumimoji="1"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48AA7-E1A6-C242-9689-D78F7533EC8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4823343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3891" y="457200"/>
            <a:ext cx="3483204" cy="1600200"/>
          </a:xfrm>
        </p:spPr>
        <p:txBody>
          <a:bodyPr anchor="b"/>
          <a:lstStyle>
            <a:lvl1pPr>
              <a:defRPr sz="2835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91306" y="987426"/>
            <a:ext cx="5467380" cy="4873625"/>
          </a:xfrm>
        </p:spPr>
        <p:txBody>
          <a:bodyPr/>
          <a:lstStyle>
            <a:lvl1pPr>
              <a:defRPr sz="2835"/>
            </a:lvl1pPr>
            <a:lvl2pPr>
              <a:defRPr sz="2480"/>
            </a:lvl2pPr>
            <a:lvl3pPr>
              <a:defRPr sz="2126"/>
            </a:lvl3pPr>
            <a:lvl4pPr>
              <a:defRPr sz="1772"/>
            </a:lvl4pPr>
            <a:lvl5pPr>
              <a:defRPr sz="1772"/>
            </a:lvl5pPr>
            <a:lvl6pPr>
              <a:defRPr sz="1772"/>
            </a:lvl6pPr>
            <a:lvl7pPr>
              <a:defRPr sz="1772"/>
            </a:lvl7pPr>
            <a:lvl8pPr>
              <a:defRPr sz="1772"/>
            </a:lvl8pPr>
            <a:lvl9pPr>
              <a:defRPr sz="1772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43891" y="2057400"/>
            <a:ext cx="3483204" cy="3811588"/>
          </a:xfrm>
        </p:spPr>
        <p:txBody>
          <a:bodyPr/>
          <a:lstStyle>
            <a:lvl1pPr marL="0" indent="0">
              <a:buNone/>
              <a:defRPr sz="1417"/>
            </a:lvl1pPr>
            <a:lvl2pPr marL="404988" indent="0">
              <a:buNone/>
              <a:defRPr sz="1240"/>
            </a:lvl2pPr>
            <a:lvl3pPr marL="809976" indent="0">
              <a:buNone/>
              <a:defRPr sz="1063"/>
            </a:lvl3pPr>
            <a:lvl4pPr marL="1214963" indent="0">
              <a:buNone/>
              <a:defRPr sz="886"/>
            </a:lvl4pPr>
            <a:lvl5pPr marL="1619951" indent="0">
              <a:buNone/>
              <a:defRPr sz="886"/>
            </a:lvl5pPr>
            <a:lvl6pPr marL="2024939" indent="0">
              <a:buNone/>
              <a:defRPr sz="886"/>
            </a:lvl6pPr>
            <a:lvl7pPr marL="2429927" indent="0">
              <a:buNone/>
              <a:defRPr sz="886"/>
            </a:lvl7pPr>
            <a:lvl8pPr marL="2834914" indent="0">
              <a:buNone/>
              <a:defRPr sz="886"/>
            </a:lvl8pPr>
            <a:lvl9pPr marL="3239902" indent="0">
              <a:buNone/>
              <a:defRPr sz="886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EC0130-F638-1946-9491-BFC646D71EA5}" type="datetimeFigureOut">
              <a:rPr kumimoji="1" lang="zh-CN" altLang="en-US" smtClean="0"/>
              <a:t>2022/7/30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48AA7-E1A6-C242-9689-D78F7533EC8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4734669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3891" y="457200"/>
            <a:ext cx="3483204" cy="1600200"/>
          </a:xfrm>
        </p:spPr>
        <p:txBody>
          <a:bodyPr anchor="b"/>
          <a:lstStyle>
            <a:lvl1pPr>
              <a:defRPr sz="2835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591306" y="987426"/>
            <a:ext cx="5467380" cy="4873625"/>
          </a:xfrm>
        </p:spPr>
        <p:txBody>
          <a:bodyPr anchor="t"/>
          <a:lstStyle>
            <a:lvl1pPr marL="0" indent="0">
              <a:buNone/>
              <a:defRPr sz="2835"/>
            </a:lvl1pPr>
            <a:lvl2pPr marL="404988" indent="0">
              <a:buNone/>
              <a:defRPr sz="2480"/>
            </a:lvl2pPr>
            <a:lvl3pPr marL="809976" indent="0">
              <a:buNone/>
              <a:defRPr sz="2126"/>
            </a:lvl3pPr>
            <a:lvl4pPr marL="1214963" indent="0">
              <a:buNone/>
              <a:defRPr sz="1772"/>
            </a:lvl4pPr>
            <a:lvl5pPr marL="1619951" indent="0">
              <a:buNone/>
              <a:defRPr sz="1772"/>
            </a:lvl5pPr>
            <a:lvl6pPr marL="2024939" indent="0">
              <a:buNone/>
              <a:defRPr sz="1772"/>
            </a:lvl6pPr>
            <a:lvl7pPr marL="2429927" indent="0">
              <a:buNone/>
              <a:defRPr sz="1772"/>
            </a:lvl7pPr>
            <a:lvl8pPr marL="2834914" indent="0">
              <a:buNone/>
              <a:defRPr sz="1772"/>
            </a:lvl8pPr>
            <a:lvl9pPr marL="3239902" indent="0">
              <a:buNone/>
              <a:defRPr sz="1772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43891" y="2057400"/>
            <a:ext cx="3483204" cy="3811588"/>
          </a:xfrm>
        </p:spPr>
        <p:txBody>
          <a:bodyPr/>
          <a:lstStyle>
            <a:lvl1pPr marL="0" indent="0">
              <a:buNone/>
              <a:defRPr sz="1417"/>
            </a:lvl1pPr>
            <a:lvl2pPr marL="404988" indent="0">
              <a:buNone/>
              <a:defRPr sz="1240"/>
            </a:lvl2pPr>
            <a:lvl3pPr marL="809976" indent="0">
              <a:buNone/>
              <a:defRPr sz="1063"/>
            </a:lvl3pPr>
            <a:lvl4pPr marL="1214963" indent="0">
              <a:buNone/>
              <a:defRPr sz="886"/>
            </a:lvl4pPr>
            <a:lvl5pPr marL="1619951" indent="0">
              <a:buNone/>
              <a:defRPr sz="886"/>
            </a:lvl5pPr>
            <a:lvl6pPr marL="2024939" indent="0">
              <a:buNone/>
              <a:defRPr sz="886"/>
            </a:lvl6pPr>
            <a:lvl7pPr marL="2429927" indent="0">
              <a:buNone/>
              <a:defRPr sz="886"/>
            </a:lvl7pPr>
            <a:lvl8pPr marL="2834914" indent="0">
              <a:buNone/>
              <a:defRPr sz="886"/>
            </a:lvl8pPr>
            <a:lvl9pPr marL="3239902" indent="0">
              <a:buNone/>
              <a:defRPr sz="886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EC0130-F638-1946-9491-BFC646D71EA5}" type="datetimeFigureOut">
              <a:rPr kumimoji="1" lang="zh-CN" altLang="en-US" smtClean="0"/>
              <a:t>2022/7/30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48AA7-E1A6-C242-9689-D78F7533EC8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238746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EC0130-F638-1946-9491-BFC646D71EA5}" type="datetimeFigureOut">
              <a:rPr kumimoji="1" lang="zh-CN" altLang="en-US" smtClean="0"/>
              <a:t>2022/7/30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48AA7-E1A6-C242-9689-D78F7533EC8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6061528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728580" y="365125"/>
            <a:ext cx="2328699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42484" y="365125"/>
            <a:ext cx="68511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EC0130-F638-1946-9491-BFC646D71EA5}" type="datetimeFigureOut">
              <a:rPr kumimoji="1" lang="zh-CN" altLang="en-US" smtClean="0"/>
              <a:t>2022/7/30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48AA7-E1A6-C242-9689-D78F7533EC8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816773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42484" y="365126"/>
            <a:ext cx="9314796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2484" y="1825625"/>
            <a:ext cx="9314796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2484" y="6356351"/>
            <a:ext cx="242994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6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EC0130-F638-1946-9491-BFC646D71EA5}" type="datetimeFigureOut">
              <a:rPr kumimoji="1" lang="zh-CN" altLang="en-US" smtClean="0"/>
              <a:t>2022/7/30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577422" y="6356351"/>
            <a:ext cx="36449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6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7332" y="6356351"/>
            <a:ext cx="242994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6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248AA7-E1A6-C242-9689-D78F7533EC8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7713100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809976" rtl="0" eaLnBrk="1" latinLnBrk="0" hangingPunct="1">
        <a:lnSpc>
          <a:spcPct val="90000"/>
        </a:lnSpc>
        <a:spcBef>
          <a:spcPct val="0"/>
        </a:spcBef>
        <a:buNone/>
        <a:defRPr sz="389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02494" indent="-202494" algn="l" defTabSz="809976" rtl="0" eaLnBrk="1" latinLnBrk="0" hangingPunct="1">
        <a:lnSpc>
          <a:spcPct val="90000"/>
        </a:lnSpc>
        <a:spcBef>
          <a:spcPts val="886"/>
        </a:spcBef>
        <a:buFont typeface="Arial" panose="020B0604020202020204" pitchFamily="34" charset="0"/>
        <a:buChar char="•"/>
        <a:defRPr sz="2480" kern="1200">
          <a:solidFill>
            <a:schemeClr val="tx1"/>
          </a:solidFill>
          <a:latin typeface="+mn-lt"/>
          <a:ea typeface="+mn-ea"/>
          <a:cs typeface="+mn-cs"/>
        </a:defRPr>
      </a:lvl1pPr>
      <a:lvl2pPr marL="607482" indent="-202494" algn="l" defTabSz="809976" rtl="0" eaLnBrk="1" latinLnBrk="0" hangingPunct="1">
        <a:lnSpc>
          <a:spcPct val="90000"/>
        </a:lnSpc>
        <a:spcBef>
          <a:spcPts val="443"/>
        </a:spcBef>
        <a:buFont typeface="Arial" panose="020B0604020202020204" pitchFamily="34" charset="0"/>
        <a:buChar char="•"/>
        <a:defRPr sz="2126" kern="1200">
          <a:solidFill>
            <a:schemeClr val="tx1"/>
          </a:solidFill>
          <a:latin typeface="+mn-lt"/>
          <a:ea typeface="+mn-ea"/>
          <a:cs typeface="+mn-cs"/>
        </a:defRPr>
      </a:lvl2pPr>
      <a:lvl3pPr marL="1012469" indent="-202494" algn="l" defTabSz="809976" rtl="0" eaLnBrk="1" latinLnBrk="0" hangingPunct="1">
        <a:lnSpc>
          <a:spcPct val="90000"/>
        </a:lnSpc>
        <a:spcBef>
          <a:spcPts val="443"/>
        </a:spcBef>
        <a:buFont typeface="Arial" panose="020B0604020202020204" pitchFamily="34" charset="0"/>
        <a:buChar char="•"/>
        <a:defRPr sz="1772" kern="1200">
          <a:solidFill>
            <a:schemeClr val="tx1"/>
          </a:solidFill>
          <a:latin typeface="+mn-lt"/>
          <a:ea typeface="+mn-ea"/>
          <a:cs typeface="+mn-cs"/>
        </a:defRPr>
      </a:lvl3pPr>
      <a:lvl4pPr marL="1417457" indent="-202494" algn="l" defTabSz="809976" rtl="0" eaLnBrk="1" latinLnBrk="0" hangingPunct="1">
        <a:lnSpc>
          <a:spcPct val="90000"/>
        </a:lnSpc>
        <a:spcBef>
          <a:spcPts val="443"/>
        </a:spcBef>
        <a:buFont typeface="Arial" panose="020B0604020202020204" pitchFamily="34" charset="0"/>
        <a:buChar char="•"/>
        <a:defRPr sz="1594" kern="1200">
          <a:solidFill>
            <a:schemeClr val="tx1"/>
          </a:solidFill>
          <a:latin typeface="+mn-lt"/>
          <a:ea typeface="+mn-ea"/>
          <a:cs typeface="+mn-cs"/>
        </a:defRPr>
      </a:lvl4pPr>
      <a:lvl5pPr marL="1822445" indent="-202494" algn="l" defTabSz="809976" rtl="0" eaLnBrk="1" latinLnBrk="0" hangingPunct="1">
        <a:lnSpc>
          <a:spcPct val="90000"/>
        </a:lnSpc>
        <a:spcBef>
          <a:spcPts val="443"/>
        </a:spcBef>
        <a:buFont typeface="Arial" panose="020B0604020202020204" pitchFamily="34" charset="0"/>
        <a:buChar char="•"/>
        <a:defRPr sz="1594" kern="1200">
          <a:solidFill>
            <a:schemeClr val="tx1"/>
          </a:solidFill>
          <a:latin typeface="+mn-lt"/>
          <a:ea typeface="+mn-ea"/>
          <a:cs typeface="+mn-cs"/>
        </a:defRPr>
      </a:lvl5pPr>
      <a:lvl6pPr marL="2227433" indent="-202494" algn="l" defTabSz="809976" rtl="0" eaLnBrk="1" latinLnBrk="0" hangingPunct="1">
        <a:lnSpc>
          <a:spcPct val="90000"/>
        </a:lnSpc>
        <a:spcBef>
          <a:spcPts val="443"/>
        </a:spcBef>
        <a:buFont typeface="Arial" panose="020B0604020202020204" pitchFamily="34" charset="0"/>
        <a:buChar char="•"/>
        <a:defRPr sz="1594" kern="1200">
          <a:solidFill>
            <a:schemeClr val="tx1"/>
          </a:solidFill>
          <a:latin typeface="+mn-lt"/>
          <a:ea typeface="+mn-ea"/>
          <a:cs typeface="+mn-cs"/>
        </a:defRPr>
      </a:lvl6pPr>
      <a:lvl7pPr marL="2632420" indent="-202494" algn="l" defTabSz="809976" rtl="0" eaLnBrk="1" latinLnBrk="0" hangingPunct="1">
        <a:lnSpc>
          <a:spcPct val="90000"/>
        </a:lnSpc>
        <a:spcBef>
          <a:spcPts val="443"/>
        </a:spcBef>
        <a:buFont typeface="Arial" panose="020B0604020202020204" pitchFamily="34" charset="0"/>
        <a:buChar char="•"/>
        <a:defRPr sz="1594" kern="1200">
          <a:solidFill>
            <a:schemeClr val="tx1"/>
          </a:solidFill>
          <a:latin typeface="+mn-lt"/>
          <a:ea typeface="+mn-ea"/>
          <a:cs typeface="+mn-cs"/>
        </a:defRPr>
      </a:lvl7pPr>
      <a:lvl8pPr marL="3037408" indent="-202494" algn="l" defTabSz="809976" rtl="0" eaLnBrk="1" latinLnBrk="0" hangingPunct="1">
        <a:lnSpc>
          <a:spcPct val="90000"/>
        </a:lnSpc>
        <a:spcBef>
          <a:spcPts val="443"/>
        </a:spcBef>
        <a:buFont typeface="Arial" panose="020B0604020202020204" pitchFamily="34" charset="0"/>
        <a:buChar char="•"/>
        <a:defRPr sz="1594" kern="1200">
          <a:solidFill>
            <a:schemeClr val="tx1"/>
          </a:solidFill>
          <a:latin typeface="+mn-lt"/>
          <a:ea typeface="+mn-ea"/>
          <a:cs typeface="+mn-cs"/>
        </a:defRPr>
      </a:lvl8pPr>
      <a:lvl9pPr marL="3442396" indent="-202494" algn="l" defTabSz="809976" rtl="0" eaLnBrk="1" latinLnBrk="0" hangingPunct="1">
        <a:lnSpc>
          <a:spcPct val="90000"/>
        </a:lnSpc>
        <a:spcBef>
          <a:spcPts val="443"/>
        </a:spcBef>
        <a:buFont typeface="Arial" panose="020B0604020202020204" pitchFamily="34" charset="0"/>
        <a:buChar char="•"/>
        <a:defRPr sz="159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09976" rtl="0" eaLnBrk="1" latinLnBrk="0" hangingPunct="1">
        <a:defRPr sz="1594" kern="1200">
          <a:solidFill>
            <a:schemeClr val="tx1"/>
          </a:solidFill>
          <a:latin typeface="+mn-lt"/>
          <a:ea typeface="+mn-ea"/>
          <a:cs typeface="+mn-cs"/>
        </a:defRPr>
      </a:lvl1pPr>
      <a:lvl2pPr marL="404988" algn="l" defTabSz="809976" rtl="0" eaLnBrk="1" latinLnBrk="0" hangingPunct="1">
        <a:defRPr sz="1594" kern="1200">
          <a:solidFill>
            <a:schemeClr val="tx1"/>
          </a:solidFill>
          <a:latin typeface="+mn-lt"/>
          <a:ea typeface="+mn-ea"/>
          <a:cs typeface="+mn-cs"/>
        </a:defRPr>
      </a:lvl2pPr>
      <a:lvl3pPr marL="809976" algn="l" defTabSz="809976" rtl="0" eaLnBrk="1" latinLnBrk="0" hangingPunct="1">
        <a:defRPr sz="1594" kern="1200">
          <a:solidFill>
            <a:schemeClr val="tx1"/>
          </a:solidFill>
          <a:latin typeface="+mn-lt"/>
          <a:ea typeface="+mn-ea"/>
          <a:cs typeface="+mn-cs"/>
        </a:defRPr>
      </a:lvl3pPr>
      <a:lvl4pPr marL="1214963" algn="l" defTabSz="809976" rtl="0" eaLnBrk="1" latinLnBrk="0" hangingPunct="1">
        <a:defRPr sz="1594" kern="1200">
          <a:solidFill>
            <a:schemeClr val="tx1"/>
          </a:solidFill>
          <a:latin typeface="+mn-lt"/>
          <a:ea typeface="+mn-ea"/>
          <a:cs typeface="+mn-cs"/>
        </a:defRPr>
      </a:lvl4pPr>
      <a:lvl5pPr marL="1619951" algn="l" defTabSz="809976" rtl="0" eaLnBrk="1" latinLnBrk="0" hangingPunct="1">
        <a:defRPr sz="1594" kern="1200">
          <a:solidFill>
            <a:schemeClr val="tx1"/>
          </a:solidFill>
          <a:latin typeface="+mn-lt"/>
          <a:ea typeface="+mn-ea"/>
          <a:cs typeface="+mn-cs"/>
        </a:defRPr>
      </a:lvl5pPr>
      <a:lvl6pPr marL="2024939" algn="l" defTabSz="809976" rtl="0" eaLnBrk="1" latinLnBrk="0" hangingPunct="1">
        <a:defRPr sz="1594" kern="1200">
          <a:solidFill>
            <a:schemeClr val="tx1"/>
          </a:solidFill>
          <a:latin typeface="+mn-lt"/>
          <a:ea typeface="+mn-ea"/>
          <a:cs typeface="+mn-cs"/>
        </a:defRPr>
      </a:lvl6pPr>
      <a:lvl7pPr marL="2429927" algn="l" defTabSz="809976" rtl="0" eaLnBrk="1" latinLnBrk="0" hangingPunct="1">
        <a:defRPr sz="1594" kern="1200">
          <a:solidFill>
            <a:schemeClr val="tx1"/>
          </a:solidFill>
          <a:latin typeface="+mn-lt"/>
          <a:ea typeface="+mn-ea"/>
          <a:cs typeface="+mn-cs"/>
        </a:defRPr>
      </a:lvl7pPr>
      <a:lvl8pPr marL="2834914" algn="l" defTabSz="809976" rtl="0" eaLnBrk="1" latinLnBrk="0" hangingPunct="1">
        <a:defRPr sz="1594" kern="1200">
          <a:solidFill>
            <a:schemeClr val="tx1"/>
          </a:solidFill>
          <a:latin typeface="+mn-lt"/>
          <a:ea typeface="+mn-ea"/>
          <a:cs typeface="+mn-cs"/>
        </a:defRPr>
      </a:lvl8pPr>
      <a:lvl9pPr marL="3239902" algn="l" defTabSz="809976" rtl="0" eaLnBrk="1" latinLnBrk="0" hangingPunct="1">
        <a:defRPr sz="159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矩形 129">
            <a:extLst>
              <a:ext uri="{FF2B5EF4-FFF2-40B4-BE49-F238E27FC236}">
                <a16:creationId xmlns:a16="http://schemas.microsoft.com/office/drawing/2014/main" id="{A12B1026-54A2-4D42-B498-17B6E032D704}"/>
              </a:ext>
            </a:extLst>
          </p:cNvPr>
          <p:cNvSpPr/>
          <p:nvPr/>
        </p:nvSpPr>
        <p:spPr>
          <a:xfrm>
            <a:off x="658214" y="2819901"/>
            <a:ext cx="1085274" cy="609099"/>
          </a:xfrm>
          <a:prstGeom prst="rect">
            <a:avLst/>
          </a:prstGeom>
          <a:solidFill>
            <a:srgbClr val="1094FB">
              <a:alpha val="23000"/>
            </a:srgbClr>
          </a:solidFill>
          <a:ln w="19050">
            <a:solidFill>
              <a:srgbClr val="4122B0"/>
            </a:solidFill>
          </a:ln>
        </p:spPr>
        <p:txBody>
          <a:bodyPr wrap="square" rtlCol="0" anchor="ctr" anchorCtr="0">
            <a:noAutofit/>
          </a:bodyPr>
          <a:lstStyle/>
          <a:p>
            <a:pPr algn="ctr" defTabSz="774222"/>
            <a:r>
              <a:rPr kumimoji="1" lang="en-US" altLang="zh-CN" sz="1185" i="1" dirty="0">
                <a:latin typeface="Times" pitchFamily="2" charset="0"/>
              </a:rPr>
              <a:t>Literature</a:t>
            </a:r>
            <a:r>
              <a:rPr kumimoji="1" lang="zh-CN" altLang="en-US" sz="1185" i="1" dirty="0">
                <a:latin typeface="Times" pitchFamily="2" charset="0"/>
              </a:rPr>
              <a:t> </a:t>
            </a:r>
            <a:r>
              <a:rPr kumimoji="1" lang="en-US" altLang="zh-CN" sz="1185" i="1" dirty="0">
                <a:latin typeface="Times" pitchFamily="2" charset="0"/>
              </a:rPr>
              <a:t>Review</a:t>
            </a:r>
            <a:endParaRPr kumimoji="1" lang="zh-CN" altLang="en-US" sz="1185" i="1" dirty="0">
              <a:latin typeface="Times" pitchFamily="2" charset="0"/>
            </a:endParaRPr>
          </a:p>
        </p:txBody>
      </p:sp>
      <p:sp>
        <p:nvSpPr>
          <p:cNvPr id="147" name="矩形 146">
            <a:extLst>
              <a:ext uri="{FF2B5EF4-FFF2-40B4-BE49-F238E27FC236}">
                <a16:creationId xmlns:a16="http://schemas.microsoft.com/office/drawing/2014/main" id="{441569D9-2C34-9941-9362-B963D336B2BB}"/>
              </a:ext>
            </a:extLst>
          </p:cNvPr>
          <p:cNvSpPr/>
          <p:nvPr/>
        </p:nvSpPr>
        <p:spPr>
          <a:xfrm>
            <a:off x="3191935" y="2819902"/>
            <a:ext cx="1085274" cy="60909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50000"/>
              </a:schemeClr>
            </a:solidFill>
          </a:ln>
        </p:spPr>
        <p:txBody>
          <a:bodyPr wrap="square" rtlCol="0" anchor="ctr" anchorCtr="0">
            <a:noAutofit/>
          </a:bodyPr>
          <a:lstStyle/>
          <a:p>
            <a:pPr algn="ctr"/>
            <a:r>
              <a:rPr kumimoji="1" lang="en-US" altLang="zh-CN" sz="1185" i="1" dirty="0">
                <a:latin typeface="Times" pitchFamily="2" charset="0"/>
              </a:rPr>
              <a:t>Framework</a:t>
            </a:r>
            <a:r>
              <a:rPr kumimoji="1" lang="zh-CN" altLang="en-US" sz="1185" i="1" dirty="0">
                <a:latin typeface="Times" pitchFamily="2" charset="0"/>
              </a:rPr>
              <a:t> </a:t>
            </a:r>
            <a:r>
              <a:rPr kumimoji="1" lang="en-US" altLang="zh-CN" sz="1185" i="1" dirty="0">
                <a:latin typeface="Times" pitchFamily="2" charset="0"/>
              </a:rPr>
              <a:t>Design</a:t>
            </a:r>
            <a:endParaRPr kumimoji="1" lang="zh-CN" altLang="en-US" sz="1185" i="1" dirty="0">
              <a:latin typeface="Times" pitchFamily="2" charset="0"/>
            </a:endParaRPr>
          </a:p>
        </p:txBody>
      </p:sp>
      <p:sp>
        <p:nvSpPr>
          <p:cNvPr id="152" name="矩形 151">
            <a:extLst>
              <a:ext uri="{FF2B5EF4-FFF2-40B4-BE49-F238E27FC236}">
                <a16:creationId xmlns:a16="http://schemas.microsoft.com/office/drawing/2014/main" id="{BEC3B04A-904D-F942-8629-761386D7B470}"/>
              </a:ext>
            </a:extLst>
          </p:cNvPr>
          <p:cNvSpPr/>
          <p:nvPr/>
        </p:nvSpPr>
        <p:spPr>
          <a:xfrm>
            <a:off x="5648384" y="2819902"/>
            <a:ext cx="1085274" cy="609099"/>
          </a:xfrm>
          <a:prstGeom prst="rect">
            <a:avLst/>
          </a:prstGeom>
          <a:solidFill>
            <a:srgbClr val="FFF4CC"/>
          </a:solidFill>
          <a:ln w="19050">
            <a:solidFill>
              <a:srgbClr val="D9C17F"/>
            </a:solidFill>
          </a:ln>
        </p:spPr>
        <p:txBody>
          <a:bodyPr wrap="square" rtlCol="0" anchor="ctr" anchorCtr="0">
            <a:noAutofit/>
          </a:bodyPr>
          <a:lstStyle/>
          <a:p>
            <a:pPr algn="ctr" defTabSz="774222"/>
            <a:r>
              <a:rPr kumimoji="1" lang="en-US" altLang="zh-CN" sz="1185" i="1" dirty="0">
                <a:latin typeface="Times" pitchFamily="2" charset="0"/>
              </a:rPr>
              <a:t>Dataset</a:t>
            </a:r>
            <a:r>
              <a:rPr kumimoji="1" lang="zh-CN" altLang="en-US" sz="1185" i="1" dirty="0">
                <a:latin typeface="Times" pitchFamily="2" charset="0"/>
              </a:rPr>
              <a:t> </a:t>
            </a:r>
            <a:r>
              <a:rPr kumimoji="1" lang="en-US" altLang="zh-CN" sz="1185" i="1" dirty="0">
                <a:latin typeface="Times" pitchFamily="2" charset="0"/>
              </a:rPr>
              <a:t>Collection</a:t>
            </a:r>
            <a:endParaRPr kumimoji="1" lang="zh-CN" altLang="en-US" sz="1185" i="1" dirty="0">
              <a:latin typeface="Times" pitchFamily="2" charset="0"/>
            </a:endParaRPr>
          </a:p>
        </p:txBody>
      </p:sp>
      <p:sp>
        <p:nvSpPr>
          <p:cNvPr id="163" name="矩形 162">
            <a:extLst>
              <a:ext uri="{FF2B5EF4-FFF2-40B4-BE49-F238E27FC236}">
                <a16:creationId xmlns:a16="http://schemas.microsoft.com/office/drawing/2014/main" id="{766DB4DC-01C6-574D-BF13-6326F4B7B656}"/>
              </a:ext>
            </a:extLst>
          </p:cNvPr>
          <p:cNvSpPr/>
          <p:nvPr/>
        </p:nvSpPr>
        <p:spPr>
          <a:xfrm>
            <a:off x="1805535" y="4105353"/>
            <a:ext cx="1085351" cy="60909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txBody>
          <a:bodyPr wrap="square" rtlCol="0" anchor="ctr" anchorCtr="0">
            <a:noAutofit/>
          </a:bodyPr>
          <a:lstStyle/>
          <a:p>
            <a:pPr algn="ctr" defTabSz="774222"/>
            <a:r>
              <a:rPr kumimoji="1" lang="en-US" altLang="zh-CN" sz="1185" i="1" dirty="0">
                <a:latin typeface="Times" pitchFamily="2" charset="0"/>
              </a:rPr>
              <a:t>Real-world</a:t>
            </a:r>
          </a:p>
          <a:p>
            <a:pPr algn="ctr" defTabSz="774222"/>
            <a:r>
              <a:rPr kumimoji="1" lang="en-US" altLang="zh-CN" sz="1185" i="1" dirty="0">
                <a:latin typeface="Times" pitchFamily="2" charset="0"/>
              </a:rPr>
              <a:t>Applications</a:t>
            </a:r>
            <a:endParaRPr kumimoji="1" lang="zh-CN" altLang="en-US" sz="1185" i="1" dirty="0">
              <a:latin typeface="Times" pitchFamily="2" charset="0"/>
            </a:endParaRPr>
          </a:p>
        </p:txBody>
      </p:sp>
      <p:cxnSp>
        <p:nvCxnSpPr>
          <p:cNvPr id="167" name="直线箭头连接符 166">
            <a:extLst>
              <a:ext uri="{FF2B5EF4-FFF2-40B4-BE49-F238E27FC236}">
                <a16:creationId xmlns:a16="http://schemas.microsoft.com/office/drawing/2014/main" id="{6ECB6D12-80CE-4C4A-A32A-0FB935DFC5A7}"/>
              </a:ext>
            </a:extLst>
          </p:cNvPr>
          <p:cNvCxnSpPr>
            <a:cxnSpLocks/>
            <a:stCxn id="147" idx="3"/>
            <a:endCxn id="152" idx="1"/>
          </p:cNvCxnSpPr>
          <p:nvPr/>
        </p:nvCxnSpPr>
        <p:spPr>
          <a:xfrm>
            <a:off x="4277209" y="3124452"/>
            <a:ext cx="1371175" cy="0"/>
          </a:xfrm>
          <a:prstGeom prst="straightConnector1">
            <a:avLst/>
          </a:prstGeom>
          <a:ln w="38100">
            <a:solidFill>
              <a:schemeClr val="tx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直线箭头连接符 170">
            <a:extLst>
              <a:ext uri="{FF2B5EF4-FFF2-40B4-BE49-F238E27FC236}">
                <a16:creationId xmlns:a16="http://schemas.microsoft.com/office/drawing/2014/main" id="{2F9F88AA-F100-8C4B-AE25-98ADBA59B5DC}"/>
              </a:ext>
            </a:extLst>
          </p:cNvPr>
          <p:cNvCxnSpPr>
            <a:cxnSpLocks/>
            <a:stCxn id="152" idx="3"/>
            <a:endCxn id="163" idx="3"/>
          </p:cNvCxnSpPr>
          <p:nvPr/>
        </p:nvCxnSpPr>
        <p:spPr>
          <a:xfrm flipH="1">
            <a:off x="2890886" y="3124452"/>
            <a:ext cx="3842772" cy="1285451"/>
          </a:xfrm>
          <a:prstGeom prst="bentConnector3">
            <a:avLst>
              <a:gd name="adj1" fmla="val -5949"/>
            </a:avLst>
          </a:prstGeom>
          <a:ln w="38100">
            <a:solidFill>
              <a:schemeClr val="tx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肘形连接符 25">
            <a:extLst>
              <a:ext uri="{FF2B5EF4-FFF2-40B4-BE49-F238E27FC236}">
                <a16:creationId xmlns:a16="http://schemas.microsoft.com/office/drawing/2014/main" id="{97501E6E-3F95-7745-9737-9E1368E31D4D}"/>
              </a:ext>
            </a:extLst>
          </p:cNvPr>
          <p:cNvCxnSpPr>
            <a:cxnSpLocks/>
            <a:stCxn id="152" idx="2"/>
            <a:endCxn id="147" idx="2"/>
          </p:cNvCxnSpPr>
          <p:nvPr/>
        </p:nvCxnSpPr>
        <p:spPr>
          <a:xfrm rot="5400000">
            <a:off x="4962797" y="2200777"/>
            <a:ext cx="12700" cy="2456449"/>
          </a:xfrm>
          <a:prstGeom prst="bentConnector3">
            <a:avLst>
              <a:gd name="adj1" fmla="val 3778921"/>
            </a:avLst>
          </a:prstGeom>
          <a:ln w="38100">
            <a:solidFill>
              <a:srgbClr val="8497B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0" name="文本框 179">
            <a:extLst>
              <a:ext uri="{FF2B5EF4-FFF2-40B4-BE49-F238E27FC236}">
                <a16:creationId xmlns:a16="http://schemas.microsoft.com/office/drawing/2014/main" id="{5CB170C0-DB1A-814D-BF04-009F3321CDEA}"/>
              </a:ext>
            </a:extLst>
          </p:cNvPr>
          <p:cNvSpPr txBox="1"/>
          <p:nvPr/>
        </p:nvSpPr>
        <p:spPr>
          <a:xfrm>
            <a:off x="181336" y="1395563"/>
            <a:ext cx="198616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buAutoNum type="arabicPeriod"/>
            </a:pPr>
            <a:r>
              <a:rPr kumimoji="1" lang="en-US" altLang="zh-CN" sz="1200" dirty="0">
                <a:latin typeface="Times" pitchFamily="2" charset="0"/>
              </a:rPr>
              <a:t>Overview</a:t>
            </a:r>
            <a:r>
              <a:rPr kumimoji="1" lang="zh-CN" altLang="en-US" sz="1200" dirty="0">
                <a:latin typeface="Times" pitchFamily="2" charset="0"/>
              </a:rPr>
              <a:t> </a:t>
            </a:r>
            <a:r>
              <a:rPr kumimoji="1" lang="en-US" altLang="zh-CN" sz="1200" dirty="0">
                <a:latin typeface="Times" pitchFamily="2" charset="0"/>
              </a:rPr>
              <a:t>of</a:t>
            </a:r>
            <a:r>
              <a:rPr kumimoji="1" lang="zh-CN" altLang="en-US" sz="1200" dirty="0">
                <a:latin typeface="Times" pitchFamily="2" charset="0"/>
              </a:rPr>
              <a:t> </a:t>
            </a:r>
            <a:r>
              <a:rPr kumimoji="1" lang="en-US" altLang="zh-CN" sz="1200" dirty="0">
                <a:latin typeface="Times" pitchFamily="2" charset="0"/>
              </a:rPr>
              <a:t>the</a:t>
            </a:r>
            <a:r>
              <a:rPr kumimoji="1" lang="zh-CN" altLang="en-US" sz="1200" dirty="0">
                <a:latin typeface="Times" pitchFamily="2" charset="0"/>
              </a:rPr>
              <a:t> </a:t>
            </a:r>
            <a:r>
              <a:rPr kumimoji="1" lang="en-US" altLang="zh-CN" sz="1200" dirty="0">
                <a:latin typeface="Times" pitchFamily="2" charset="0"/>
              </a:rPr>
              <a:t>radar-based</a:t>
            </a:r>
            <a:r>
              <a:rPr kumimoji="1" lang="zh-CN" altLang="en-US" sz="1200" dirty="0">
                <a:latin typeface="Times" pitchFamily="2" charset="0"/>
              </a:rPr>
              <a:t> </a:t>
            </a:r>
            <a:r>
              <a:rPr kumimoji="1" lang="en-US" altLang="zh-CN" sz="1200" dirty="0">
                <a:latin typeface="Times" pitchFamily="2" charset="0"/>
              </a:rPr>
              <a:t>cardiac monitoring.</a:t>
            </a:r>
          </a:p>
          <a:p>
            <a:pPr marL="228600" indent="-228600">
              <a:buAutoNum type="arabicPeriod"/>
            </a:pPr>
            <a:r>
              <a:rPr kumimoji="1" lang="en-US" altLang="zh-CN" sz="1200" dirty="0">
                <a:latin typeface="Times" pitchFamily="2" charset="0"/>
              </a:rPr>
              <a:t>Pros</a:t>
            </a:r>
            <a:r>
              <a:rPr kumimoji="1" lang="zh-CN" altLang="en-US" sz="1200" dirty="0">
                <a:latin typeface="Times" pitchFamily="2" charset="0"/>
              </a:rPr>
              <a:t> </a:t>
            </a:r>
            <a:r>
              <a:rPr kumimoji="1" lang="en-US" altLang="zh-CN" sz="1200" dirty="0">
                <a:latin typeface="Times" pitchFamily="2" charset="0"/>
              </a:rPr>
              <a:t>and</a:t>
            </a:r>
            <a:r>
              <a:rPr kumimoji="1" lang="zh-CN" altLang="en-US" sz="1200" dirty="0">
                <a:latin typeface="Times" pitchFamily="2" charset="0"/>
              </a:rPr>
              <a:t> </a:t>
            </a:r>
            <a:r>
              <a:rPr kumimoji="1" lang="en-US" altLang="zh-CN" sz="1200" dirty="0">
                <a:latin typeface="Times" pitchFamily="2" charset="0"/>
              </a:rPr>
              <a:t>cons</a:t>
            </a:r>
            <a:r>
              <a:rPr kumimoji="1" lang="zh-CN" altLang="en-US" sz="1200" dirty="0">
                <a:latin typeface="Times" pitchFamily="2" charset="0"/>
              </a:rPr>
              <a:t> </a:t>
            </a:r>
            <a:r>
              <a:rPr kumimoji="1" lang="en-US" altLang="zh-CN" sz="1200" dirty="0">
                <a:latin typeface="Times" pitchFamily="2" charset="0"/>
              </a:rPr>
              <a:t>of</a:t>
            </a:r>
            <a:r>
              <a:rPr kumimoji="1" lang="zh-CN" altLang="en-US" sz="1200" dirty="0">
                <a:latin typeface="Times" pitchFamily="2" charset="0"/>
              </a:rPr>
              <a:t> </a:t>
            </a:r>
            <a:r>
              <a:rPr kumimoji="1" lang="en-US" altLang="zh-CN" sz="1200" dirty="0">
                <a:latin typeface="Times" pitchFamily="2" charset="0"/>
              </a:rPr>
              <a:t>the</a:t>
            </a:r>
            <a:r>
              <a:rPr kumimoji="1" lang="zh-CN" altLang="en-US" sz="1200" dirty="0">
                <a:latin typeface="Times" pitchFamily="2" charset="0"/>
              </a:rPr>
              <a:t> </a:t>
            </a:r>
            <a:r>
              <a:rPr kumimoji="1" lang="en-US" altLang="zh-CN" sz="1200" dirty="0">
                <a:latin typeface="Times" pitchFamily="2" charset="0"/>
              </a:rPr>
              <a:t>exiting</a:t>
            </a:r>
            <a:r>
              <a:rPr kumimoji="1" lang="zh-CN" altLang="en-US" sz="1200" dirty="0">
                <a:latin typeface="Times" pitchFamily="2" charset="0"/>
              </a:rPr>
              <a:t> </a:t>
            </a:r>
            <a:r>
              <a:rPr kumimoji="1" lang="en-US" altLang="zh-CN" sz="1200" dirty="0">
                <a:latin typeface="Times" pitchFamily="2" charset="0"/>
              </a:rPr>
              <a:t>algorithms. </a:t>
            </a:r>
          </a:p>
          <a:p>
            <a:pPr marL="228600" indent="-228600">
              <a:buAutoNum type="arabicPeriod"/>
            </a:pPr>
            <a:r>
              <a:rPr kumimoji="1" lang="en-US" altLang="zh-CN" sz="1200" dirty="0">
                <a:latin typeface="Times" pitchFamily="2" charset="0"/>
              </a:rPr>
              <a:t>Challenges</a:t>
            </a:r>
            <a:r>
              <a:rPr kumimoji="1" lang="zh-CN" altLang="en-US" sz="1200" dirty="0">
                <a:latin typeface="Times" pitchFamily="2" charset="0"/>
              </a:rPr>
              <a:t> </a:t>
            </a:r>
            <a:r>
              <a:rPr kumimoji="1" lang="en-US" altLang="zh-CN" sz="1200" dirty="0">
                <a:latin typeface="Times" pitchFamily="2" charset="0"/>
              </a:rPr>
              <a:t>and</a:t>
            </a:r>
            <a:r>
              <a:rPr kumimoji="1" lang="zh-CN" altLang="en-US" sz="1200" dirty="0">
                <a:latin typeface="Times" pitchFamily="2" charset="0"/>
              </a:rPr>
              <a:t> </a:t>
            </a:r>
            <a:r>
              <a:rPr kumimoji="1" lang="en-US" altLang="zh-CN" sz="1200" dirty="0">
                <a:latin typeface="Times" pitchFamily="2" charset="0"/>
              </a:rPr>
              <a:t>future</a:t>
            </a:r>
            <a:r>
              <a:rPr kumimoji="1" lang="zh-CN" altLang="en-US" sz="1200" dirty="0">
                <a:latin typeface="Times" pitchFamily="2" charset="0"/>
              </a:rPr>
              <a:t> </a:t>
            </a:r>
            <a:r>
              <a:rPr kumimoji="1" lang="en-US" altLang="zh-CN" sz="1200" dirty="0">
                <a:latin typeface="Times" pitchFamily="2" charset="0"/>
              </a:rPr>
              <a:t>directions</a:t>
            </a:r>
            <a:r>
              <a:rPr kumimoji="1" lang="zh-CN" altLang="en-US" sz="1200" dirty="0">
                <a:latin typeface="Times" pitchFamily="2" charset="0"/>
              </a:rPr>
              <a:t> </a:t>
            </a:r>
            <a:r>
              <a:rPr kumimoji="1" lang="en-US" altLang="zh-CN" sz="1200" dirty="0">
                <a:latin typeface="Times" pitchFamily="2" charset="0"/>
              </a:rPr>
              <a:t>in</a:t>
            </a:r>
            <a:r>
              <a:rPr kumimoji="1" lang="zh-CN" altLang="en-US" sz="1200" dirty="0">
                <a:latin typeface="Times" pitchFamily="2" charset="0"/>
              </a:rPr>
              <a:t> </a:t>
            </a:r>
            <a:r>
              <a:rPr kumimoji="1" lang="en-US" altLang="zh-CN" sz="1200" dirty="0">
                <a:latin typeface="Times" pitchFamily="2" charset="0"/>
              </a:rPr>
              <a:t>this</a:t>
            </a:r>
            <a:r>
              <a:rPr kumimoji="1" lang="zh-CN" altLang="en-US" sz="1200" dirty="0">
                <a:latin typeface="Times" pitchFamily="2" charset="0"/>
              </a:rPr>
              <a:t> </a:t>
            </a:r>
            <a:r>
              <a:rPr kumimoji="1" lang="en-US" altLang="zh-CN" sz="1200" dirty="0">
                <a:latin typeface="Times" pitchFamily="2" charset="0"/>
              </a:rPr>
              <a:t>area.</a:t>
            </a:r>
            <a:endParaRPr lang="zh-CN" altLang="en-US" sz="1200" dirty="0"/>
          </a:p>
        </p:txBody>
      </p:sp>
      <p:cxnSp>
        <p:nvCxnSpPr>
          <p:cNvPr id="181" name="直线箭头连接符 180">
            <a:extLst>
              <a:ext uri="{FF2B5EF4-FFF2-40B4-BE49-F238E27FC236}">
                <a16:creationId xmlns:a16="http://schemas.microsoft.com/office/drawing/2014/main" id="{7130E969-0D5B-764F-9BD8-A16A19FB343D}"/>
              </a:ext>
            </a:extLst>
          </p:cNvPr>
          <p:cNvCxnSpPr>
            <a:cxnSpLocks/>
            <a:stCxn id="130" idx="3"/>
            <a:endCxn id="147" idx="1"/>
          </p:cNvCxnSpPr>
          <p:nvPr/>
        </p:nvCxnSpPr>
        <p:spPr>
          <a:xfrm>
            <a:off x="1743488" y="3124451"/>
            <a:ext cx="1448447" cy="1"/>
          </a:xfrm>
          <a:prstGeom prst="straightConnector1">
            <a:avLst/>
          </a:prstGeom>
          <a:ln w="38100">
            <a:solidFill>
              <a:schemeClr val="tx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3" name="圆角矩形 182">
            <a:extLst>
              <a:ext uri="{FF2B5EF4-FFF2-40B4-BE49-F238E27FC236}">
                <a16:creationId xmlns:a16="http://schemas.microsoft.com/office/drawing/2014/main" id="{028640E8-8797-0E4D-BA21-2C9EA6F3BB2A}"/>
              </a:ext>
            </a:extLst>
          </p:cNvPr>
          <p:cNvSpPr/>
          <p:nvPr/>
        </p:nvSpPr>
        <p:spPr>
          <a:xfrm>
            <a:off x="181336" y="1122898"/>
            <a:ext cx="2030893" cy="1446490"/>
          </a:xfrm>
          <a:prstGeom prst="roundRect">
            <a:avLst>
              <a:gd name="adj" fmla="val 7828"/>
            </a:avLst>
          </a:prstGeom>
          <a:noFill/>
          <a:ln w="19050">
            <a:solidFill>
              <a:srgbClr val="4121B0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524"/>
          </a:p>
        </p:txBody>
      </p:sp>
      <p:sp>
        <p:nvSpPr>
          <p:cNvPr id="184" name="矩形 183">
            <a:extLst>
              <a:ext uri="{FF2B5EF4-FFF2-40B4-BE49-F238E27FC236}">
                <a16:creationId xmlns:a16="http://schemas.microsoft.com/office/drawing/2014/main" id="{B11FF9D8-AAC0-8A4E-9C14-27AA3DB12778}"/>
              </a:ext>
            </a:extLst>
          </p:cNvPr>
          <p:cNvSpPr/>
          <p:nvPr/>
        </p:nvSpPr>
        <p:spPr>
          <a:xfrm>
            <a:off x="790341" y="1147064"/>
            <a:ext cx="768159" cy="27469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 sz="1185" b="1" dirty="0">
                <a:solidFill>
                  <a:srgbClr val="4121B0"/>
                </a:solidFill>
                <a:latin typeface="Times" pitchFamily="2" charset="0"/>
              </a:rPr>
              <a:t>Contents</a:t>
            </a:r>
            <a:endParaRPr kumimoji="1" lang="zh-CN" altLang="en-US" sz="1524" b="1" dirty="0">
              <a:solidFill>
                <a:srgbClr val="4121B0"/>
              </a:solidFill>
              <a:latin typeface="Times" pitchFamily="2" charset="0"/>
            </a:endParaRPr>
          </a:p>
        </p:txBody>
      </p:sp>
      <p:cxnSp>
        <p:nvCxnSpPr>
          <p:cNvPr id="187" name="直线连接符 186">
            <a:extLst>
              <a:ext uri="{FF2B5EF4-FFF2-40B4-BE49-F238E27FC236}">
                <a16:creationId xmlns:a16="http://schemas.microsoft.com/office/drawing/2014/main" id="{6CBE5E87-1180-9741-B48E-B42161B4E9B2}"/>
              </a:ext>
            </a:extLst>
          </p:cNvPr>
          <p:cNvCxnSpPr>
            <a:cxnSpLocks/>
          </p:cNvCxnSpPr>
          <p:nvPr/>
        </p:nvCxnSpPr>
        <p:spPr>
          <a:xfrm>
            <a:off x="186352" y="1405663"/>
            <a:ext cx="2025877" cy="8888"/>
          </a:xfrm>
          <a:prstGeom prst="line">
            <a:avLst/>
          </a:prstGeom>
          <a:ln w="19050">
            <a:solidFill>
              <a:srgbClr val="4121B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直线箭头连接符 189">
            <a:extLst>
              <a:ext uri="{FF2B5EF4-FFF2-40B4-BE49-F238E27FC236}">
                <a16:creationId xmlns:a16="http://schemas.microsoft.com/office/drawing/2014/main" id="{99A8D13E-6762-724E-953A-D41A44877881}"/>
              </a:ext>
            </a:extLst>
          </p:cNvPr>
          <p:cNvCxnSpPr>
            <a:cxnSpLocks/>
            <a:stCxn id="130" idx="0"/>
            <a:endCxn id="183" idx="2"/>
          </p:cNvCxnSpPr>
          <p:nvPr/>
        </p:nvCxnSpPr>
        <p:spPr>
          <a:xfrm flipH="1" flipV="1">
            <a:off x="1196783" y="2569388"/>
            <a:ext cx="4068" cy="25051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2" name="文本框 191">
            <a:extLst>
              <a:ext uri="{FF2B5EF4-FFF2-40B4-BE49-F238E27FC236}">
                <a16:creationId xmlns:a16="http://schemas.microsoft.com/office/drawing/2014/main" id="{AF46054F-4282-6441-9688-8A93B8DB2BD4}"/>
              </a:ext>
            </a:extLst>
          </p:cNvPr>
          <p:cNvSpPr txBox="1"/>
          <p:nvPr/>
        </p:nvSpPr>
        <p:spPr>
          <a:xfrm>
            <a:off x="1805535" y="2694644"/>
            <a:ext cx="132435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zh-CN" sz="1200" dirty="0">
                <a:latin typeface="Times" pitchFamily="2" charset="0"/>
              </a:rPr>
              <a:t>To</a:t>
            </a:r>
            <a:r>
              <a:rPr kumimoji="1" lang="zh-CN" altLang="en-US" sz="1200" dirty="0">
                <a:latin typeface="Times" pitchFamily="2" charset="0"/>
              </a:rPr>
              <a:t> </a:t>
            </a:r>
            <a:r>
              <a:rPr kumimoji="1" lang="en-US" altLang="zh-CN" sz="1200" dirty="0">
                <a:latin typeface="Times" pitchFamily="2" charset="0"/>
              </a:rPr>
              <a:t>overcome</a:t>
            </a:r>
            <a:r>
              <a:rPr kumimoji="1" lang="zh-CN" altLang="en-US" sz="1200" dirty="0">
                <a:latin typeface="Times" pitchFamily="2" charset="0"/>
              </a:rPr>
              <a:t> </a:t>
            </a:r>
            <a:r>
              <a:rPr kumimoji="1" lang="en-US" altLang="zh-CN" sz="1200" dirty="0">
                <a:latin typeface="Times" pitchFamily="2" charset="0"/>
              </a:rPr>
              <a:t>the</a:t>
            </a:r>
            <a:r>
              <a:rPr kumimoji="1" lang="zh-CN" altLang="en-US" sz="1200" dirty="0">
                <a:latin typeface="Times" pitchFamily="2" charset="0"/>
              </a:rPr>
              <a:t> </a:t>
            </a:r>
            <a:r>
              <a:rPr kumimoji="1" lang="en-US" altLang="zh-CN" sz="1200" dirty="0">
                <a:latin typeface="Times" pitchFamily="2" charset="0"/>
              </a:rPr>
              <a:t>current</a:t>
            </a:r>
            <a:r>
              <a:rPr kumimoji="1" lang="zh-CN" altLang="en-US" sz="1200" dirty="0">
                <a:latin typeface="Times" pitchFamily="2" charset="0"/>
              </a:rPr>
              <a:t> </a:t>
            </a:r>
            <a:r>
              <a:rPr kumimoji="1" lang="en-US" altLang="zh-CN" sz="1200" dirty="0">
                <a:latin typeface="Times" pitchFamily="2" charset="0"/>
              </a:rPr>
              <a:t>challenges</a:t>
            </a:r>
            <a:endParaRPr lang="zh-CN" altLang="en-US" sz="1200" dirty="0"/>
          </a:p>
        </p:txBody>
      </p:sp>
      <p:sp>
        <p:nvSpPr>
          <p:cNvPr id="200" name="圆角矩形 199">
            <a:extLst>
              <a:ext uri="{FF2B5EF4-FFF2-40B4-BE49-F238E27FC236}">
                <a16:creationId xmlns:a16="http://schemas.microsoft.com/office/drawing/2014/main" id="{3FC991A6-01F7-BE44-B029-B64ECC3D2421}"/>
              </a:ext>
            </a:extLst>
          </p:cNvPr>
          <p:cNvSpPr/>
          <p:nvPr/>
        </p:nvSpPr>
        <p:spPr>
          <a:xfrm>
            <a:off x="2373743" y="1125738"/>
            <a:ext cx="1986167" cy="1468740"/>
          </a:xfrm>
          <a:prstGeom prst="roundRect">
            <a:avLst>
              <a:gd name="adj" fmla="val 7828"/>
            </a:avLst>
          </a:prstGeom>
          <a:noFill/>
          <a:ln w="19050">
            <a:solidFill>
              <a:srgbClr val="823B0B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185"/>
          </a:p>
        </p:txBody>
      </p:sp>
      <p:sp>
        <p:nvSpPr>
          <p:cNvPr id="201" name="矩形 200">
            <a:extLst>
              <a:ext uri="{FF2B5EF4-FFF2-40B4-BE49-F238E27FC236}">
                <a16:creationId xmlns:a16="http://schemas.microsoft.com/office/drawing/2014/main" id="{639B98F8-45F5-9B49-821C-E5F7ED5080C9}"/>
              </a:ext>
            </a:extLst>
          </p:cNvPr>
          <p:cNvSpPr/>
          <p:nvPr/>
        </p:nvSpPr>
        <p:spPr>
          <a:xfrm>
            <a:off x="2811670" y="1144989"/>
            <a:ext cx="1110315" cy="2746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kumimoji="1" lang="en-US" altLang="zh-CN" sz="1185" b="1" dirty="0">
                <a:solidFill>
                  <a:schemeClr val="accent2">
                    <a:lumMod val="50000"/>
                  </a:schemeClr>
                </a:solidFill>
                <a:latin typeface="Times" pitchFamily="2" charset="0"/>
              </a:rPr>
              <a:t>Objectives</a:t>
            </a:r>
            <a:endParaRPr lang="zh-CN" altLang="en-US" sz="1185" b="1" dirty="0"/>
          </a:p>
        </p:txBody>
      </p:sp>
      <p:cxnSp>
        <p:nvCxnSpPr>
          <p:cNvPr id="202" name="直线连接符 201">
            <a:extLst>
              <a:ext uri="{FF2B5EF4-FFF2-40B4-BE49-F238E27FC236}">
                <a16:creationId xmlns:a16="http://schemas.microsoft.com/office/drawing/2014/main" id="{99E2D80E-128E-EB41-93C4-4BD933A42382}"/>
              </a:ext>
            </a:extLst>
          </p:cNvPr>
          <p:cNvCxnSpPr>
            <a:cxnSpLocks/>
          </p:cNvCxnSpPr>
          <p:nvPr/>
        </p:nvCxnSpPr>
        <p:spPr>
          <a:xfrm flipV="1">
            <a:off x="2407513" y="1417391"/>
            <a:ext cx="1952397" cy="7204"/>
          </a:xfrm>
          <a:prstGeom prst="line">
            <a:avLst/>
          </a:prstGeom>
          <a:ln w="19050">
            <a:solidFill>
              <a:srgbClr val="7E390B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0" name="矩形 209">
            <a:extLst>
              <a:ext uri="{FF2B5EF4-FFF2-40B4-BE49-F238E27FC236}">
                <a16:creationId xmlns:a16="http://schemas.microsoft.com/office/drawing/2014/main" id="{B19377D8-E683-C447-9574-D999EC2BC801}"/>
              </a:ext>
            </a:extLst>
          </p:cNvPr>
          <p:cNvSpPr/>
          <p:nvPr/>
        </p:nvSpPr>
        <p:spPr>
          <a:xfrm>
            <a:off x="2373743" y="1517190"/>
            <a:ext cx="1986167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buAutoNum type="arabicPeriod"/>
            </a:pPr>
            <a:r>
              <a:rPr kumimoji="1" lang="en-US" altLang="zh-CN" sz="1200" dirty="0">
                <a:latin typeface="Times" pitchFamily="2" charset="0"/>
              </a:rPr>
              <a:t>Apply</a:t>
            </a:r>
            <a:r>
              <a:rPr kumimoji="1" lang="zh-CN" altLang="en-US" sz="1200" dirty="0">
                <a:latin typeface="Times" pitchFamily="2" charset="0"/>
              </a:rPr>
              <a:t> </a:t>
            </a:r>
            <a:r>
              <a:rPr kumimoji="1" lang="en-US" altLang="zh-CN" sz="1200" dirty="0">
                <a:latin typeface="Times" pitchFamily="2" charset="0"/>
              </a:rPr>
              <a:t>DL</a:t>
            </a:r>
            <a:r>
              <a:rPr kumimoji="1" lang="zh-CN" altLang="en-US" sz="1200" dirty="0">
                <a:latin typeface="Times" pitchFamily="2" charset="0"/>
              </a:rPr>
              <a:t> </a:t>
            </a:r>
            <a:r>
              <a:rPr kumimoji="1" lang="en-US" altLang="zh-CN" sz="1200" dirty="0">
                <a:latin typeface="Times" pitchFamily="2" charset="0"/>
              </a:rPr>
              <a:t>method</a:t>
            </a:r>
          </a:p>
          <a:p>
            <a:pPr marL="228600" indent="-228600">
              <a:buAutoNum type="arabicPeriod"/>
            </a:pPr>
            <a:r>
              <a:rPr kumimoji="1" lang="en-US" altLang="zh-CN" sz="1200" dirty="0">
                <a:latin typeface="Times" pitchFamily="2" charset="0"/>
              </a:rPr>
              <a:t>Robust</a:t>
            </a:r>
            <a:r>
              <a:rPr kumimoji="1" lang="zh-CN" altLang="en-US" sz="1200" dirty="0">
                <a:latin typeface="Times" pitchFamily="2" charset="0"/>
              </a:rPr>
              <a:t> </a:t>
            </a:r>
            <a:r>
              <a:rPr kumimoji="1" lang="en-US" altLang="zh-CN" sz="1200" dirty="0">
                <a:latin typeface="Times" pitchFamily="2" charset="0"/>
              </a:rPr>
              <a:t>to</a:t>
            </a:r>
            <a:r>
              <a:rPr kumimoji="1" lang="zh-CN" altLang="en-US" sz="1200" dirty="0">
                <a:latin typeface="Times" pitchFamily="2" charset="0"/>
              </a:rPr>
              <a:t> </a:t>
            </a:r>
            <a:r>
              <a:rPr kumimoji="1" lang="en-US" altLang="zh-CN" sz="1200" dirty="0">
                <a:latin typeface="Times" pitchFamily="2" charset="0"/>
              </a:rPr>
              <a:t>extensive</a:t>
            </a:r>
            <a:r>
              <a:rPr kumimoji="1" lang="zh-CN" altLang="en-US" sz="1200" dirty="0">
                <a:latin typeface="Times" pitchFamily="2" charset="0"/>
              </a:rPr>
              <a:t> </a:t>
            </a:r>
            <a:r>
              <a:rPr kumimoji="1" lang="en-US" altLang="zh-CN" sz="1200" dirty="0">
                <a:latin typeface="Times" pitchFamily="2" charset="0"/>
              </a:rPr>
              <a:t>body</a:t>
            </a:r>
            <a:r>
              <a:rPr kumimoji="1" lang="zh-CN" altLang="en-US" sz="1200" dirty="0">
                <a:latin typeface="Times" pitchFamily="2" charset="0"/>
              </a:rPr>
              <a:t> </a:t>
            </a:r>
            <a:r>
              <a:rPr kumimoji="1" lang="en-US" altLang="zh-CN" sz="1200" dirty="0">
                <a:latin typeface="Times" pitchFamily="2" charset="0"/>
              </a:rPr>
              <a:t>movement</a:t>
            </a:r>
          </a:p>
          <a:p>
            <a:pPr marL="228600" indent="-228600">
              <a:buAutoNum type="arabicPeriod"/>
            </a:pPr>
            <a:r>
              <a:rPr kumimoji="1" lang="en-US" altLang="zh-CN" sz="1200" dirty="0">
                <a:latin typeface="Times" pitchFamily="2" charset="0"/>
              </a:rPr>
              <a:t>Able</a:t>
            </a:r>
            <a:r>
              <a:rPr kumimoji="1" lang="zh-CN" altLang="en-US" sz="1200" dirty="0">
                <a:latin typeface="Times" pitchFamily="2" charset="0"/>
              </a:rPr>
              <a:t> </a:t>
            </a:r>
            <a:r>
              <a:rPr kumimoji="1" lang="en-US" altLang="zh-CN" sz="1200" dirty="0">
                <a:latin typeface="Times" pitchFamily="2" charset="0"/>
              </a:rPr>
              <a:t>to</a:t>
            </a:r>
            <a:r>
              <a:rPr kumimoji="1" lang="zh-CN" altLang="en-US" sz="1200" dirty="0">
                <a:latin typeface="Times" pitchFamily="2" charset="0"/>
              </a:rPr>
              <a:t> </a:t>
            </a:r>
            <a:r>
              <a:rPr kumimoji="1" lang="en-US" altLang="zh-CN" sz="1200" dirty="0">
                <a:latin typeface="Times" pitchFamily="2" charset="0"/>
              </a:rPr>
              <a:t>detect</a:t>
            </a:r>
            <a:r>
              <a:rPr kumimoji="1" lang="zh-CN" altLang="en-US" sz="1200" dirty="0">
                <a:latin typeface="Times" pitchFamily="2" charset="0"/>
              </a:rPr>
              <a:t> </a:t>
            </a:r>
            <a:r>
              <a:rPr kumimoji="1" lang="en-US" altLang="zh-CN" sz="1200" dirty="0">
                <a:latin typeface="Times" pitchFamily="2" charset="0"/>
              </a:rPr>
              <a:t>HRV</a:t>
            </a:r>
          </a:p>
          <a:p>
            <a:pPr marL="228600" indent="-228600">
              <a:buAutoNum type="arabicPeriod"/>
            </a:pPr>
            <a:r>
              <a:rPr lang="en-US" altLang="zh-CN" sz="1200" dirty="0">
                <a:latin typeface="Times" pitchFamily="2" charset="0"/>
              </a:rPr>
              <a:t>Trained</a:t>
            </a:r>
            <a:r>
              <a:rPr lang="zh-CN" altLang="en-US" sz="1200" dirty="0">
                <a:latin typeface="Times" pitchFamily="2" charset="0"/>
              </a:rPr>
              <a:t> </a:t>
            </a:r>
            <a:r>
              <a:rPr lang="en-US" altLang="zh-CN" sz="1200" dirty="0">
                <a:latin typeface="Times" pitchFamily="2" charset="0"/>
              </a:rPr>
              <a:t>by</a:t>
            </a:r>
            <a:r>
              <a:rPr lang="zh-CN" altLang="en-US" sz="1200" dirty="0">
                <a:latin typeface="Times" pitchFamily="2" charset="0"/>
              </a:rPr>
              <a:t> </a:t>
            </a:r>
            <a:r>
              <a:rPr lang="en-US" altLang="zh-CN" sz="1200" dirty="0">
                <a:latin typeface="Times" pitchFamily="2" charset="0"/>
              </a:rPr>
              <a:t>limited</a:t>
            </a:r>
            <a:r>
              <a:rPr lang="zh-CN" altLang="en-US" sz="1200" dirty="0">
                <a:latin typeface="Times" pitchFamily="2" charset="0"/>
              </a:rPr>
              <a:t> </a:t>
            </a:r>
            <a:r>
              <a:rPr lang="en-US" altLang="zh-CN" sz="1200" dirty="0">
                <a:latin typeface="Times" pitchFamily="2" charset="0"/>
              </a:rPr>
              <a:t>data</a:t>
            </a:r>
            <a:endParaRPr lang="zh-CN" altLang="en-US" sz="1200" dirty="0">
              <a:latin typeface="Times" pitchFamily="2" charset="0"/>
            </a:endParaRPr>
          </a:p>
        </p:txBody>
      </p:sp>
      <p:cxnSp>
        <p:nvCxnSpPr>
          <p:cNvPr id="211" name="直线箭头连接符 210">
            <a:extLst>
              <a:ext uri="{FF2B5EF4-FFF2-40B4-BE49-F238E27FC236}">
                <a16:creationId xmlns:a16="http://schemas.microsoft.com/office/drawing/2014/main" id="{6BFBDFC2-122D-8547-91AE-4FF457F460D1}"/>
              </a:ext>
            </a:extLst>
          </p:cNvPr>
          <p:cNvCxnSpPr>
            <a:cxnSpLocks/>
            <a:stCxn id="147" idx="0"/>
          </p:cNvCxnSpPr>
          <p:nvPr/>
        </p:nvCxnSpPr>
        <p:spPr>
          <a:xfrm flipV="1">
            <a:off x="3734572" y="2591636"/>
            <a:ext cx="0" cy="22826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9" name="文本框 218">
            <a:extLst>
              <a:ext uri="{FF2B5EF4-FFF2-40B4-BE49-F238E27FC236}">
                <a16:creationId xmlns:a16="http://schemas.microsoft.com/office/drawing/2014/main" id="{95263F50-4BCA-9E49-975A-FE846DAE2398}"/>
              </a:ext>
            </a:extLst>
          </p:cNvPr>
          <p:cNvSpPr txBox="1"/>
          <p:nvPr/>
        </p:nvSpPr>
        <p:spPr>
          <a:xfrm>
            <a:off x="3903839" y="3449785"/>
            <a:ext cx="220417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zh-CN" sz="1200" dirty="0">
                <a:latin typeface="Times" pitchFamily="2" charset="0"/>
              </a:rPr>
              <a:t>Framework</a:t>
            </a:r>
            <a:r>
              <a:rPr kumimoji="1" lang="zh-CN" altLang="en-US" sz="1200" dirty="0">
                <a:latin typeface="Times" pitchFamily="2" charset="0"/>
              </a:rPr>
              <a:t> </a:t>
            </a:r>
            <a:r>
              <a:rPr kumimoji="1" lang="en-US" altLang="zh-CN" sz="1200" dirty="0">
                <a:latin typeface="Times" pitchFamily="2" charset="0"/>
              </a:rPr>
              <a:t>adaption</a:t>
            </a:r>
            <a:r>
              <a:rPr kumimoji="1" lang="zh-CN" altLang="en-US" sz="1200" dirty="0">
                <a:latin typeface="Times" pitchFamily="2" charset="0"/>
              </a:rPr>
              <a:t> </a:t>
            </a:r>
            <a:r>
              <a:rPr kumimoji="1" lang="en-US" altLang="zh-CN" sz="1200" dirty="0">
                <a:latin typeface="Times" pitchFamily="2" charset="0"/>
              </a:rPr>
              <a:t>to</a:t>
            </a:r>
            <a:r>
              <a:rPr kumimoji="1" lang="zh-CN" altLang="en-US" sz="1200" dirty="0">
                <a:latin typeface="Times" pitchFamily="2" charset="0"/>
              </a:rPr>
              <a:t> </a:t>
            </a:r>
            <a:r>
              <a:rPr kumimoji="1" lang="en-US" altLang="zh-CN" sz="1200" dirty="0">
                <a:latin typeface="Times" pitchFamily="2" charset="0"/>
              </a:rPr>
              <a:t>fit</a:t>
            </a:r>
            <a:r>
              <a:rPr kumimoji="1" lang="zh-CN" altLang="en-US" sz="1200" dirty="0">
                <a:latin typeface="Times" pitchFamily="2" charset="0"/>
              </a:rPr>
              <a:t> </a:t>
            </a:r>
            <a:r>
              <a:rPr kumimoji="1" lang="en-US" altLang="zh-CN" sz="1200" dirty="0">
                <a:latin typeface="Times" pitchFamily="2" charset="0"/>
              </a:rPr>
              <a:t>the</a:t>
            </a:r>
            <a:r>
              <a:rPr kumimoji="1" lang="zh-CN" altLang="en-US" sz="1200" dirty="0">
                <a:latin typeface="Times" pitchFamily="2" charset="0"/>
              </a:rPr>
              <a:t> </a:t>
            </a:r>
            <a:r>
              <a:rPr kumimoji="1" lang="en-US" altLang="zh-CN" sz="1200" dirty="0">
                <a:latin typeface="Times" pitchFamily="2" charset="0"/>
              </a:rPr>
              <a:t>new</a:t>
            </a:r>
            <a:r>
              <a:rPr kumimoji="1" lang="zh-CN" altLang="en-US" sz="1200" dirty="0">
                <a:latin typeface="Times" pitchFamily="2" charset="0"/>
              </a:rPr>
              <a:t> </a:t>
            </a:r>
            <a:r>
              <a:rPr kumimoji="1" lang="en-US" altLang="zh-CN" sz="1200" dirty="0">
                <a:latin typeface="Times" pitchFamily="2" charset="0"/>
              </a:rPr>
              <a:t>scenarios with</a:t>
            </a:r>
            <a:r>
              <a:rPr kumimoji="1" lang="zh-CN" altLang="en-US" sz="1200" dirty="0">
                <a:latin typeface="Times" pitchFamily="2" charset="0"/>
              </a:rPr>
              <a:t> </a:t>
            </a:r>
            <a:r>
              <a:rPr kumimoji="1" lang="en-US" altLang="zh-CN" sz="1200" dirty="0">
                <a:latin typeface="Times" pitchFamily="2" charset="0"/>
              </a:rPr>
              <a:t>new</a:t>
            </a:r>
            <a:r>
              <a:rPr kumimoji="1" lang="zh-CN" altLang="en-US" sz="1200" dirty="0">
                <a:latin typeface="Times" pitchFamily="2" charset="0"/>
              </a:rPr>
              <a:t> </a:t>
            </a:r>
            <a:r>
              <a:rPr kumimoji="1" lang="en-US" altLang="zh-CN" sz="1200" dirty="0">
                <a:latin typeface="Times" pitchFamily="2" charset="0"/>
              </a:rPr>
              <a:t>noises</a:t>
            </a:r>
            <a:endParaRPr lang="zh-CN" altLang="en-US" sz="1200" dirty="0"/>
          </a:p>
        </p:txBody>
      </p:sp>
      <p:sp>
        <p:nvSpPr>
          <p:cNvPr id="227" name="圆角矩形 226">
            <a:extLst>
              <a:ext uri="{FF2B5EF4-FFF2-40B4-BE49-F238E27FC236}">
                <a16:creationId xmlns:a16="http://schemas.microsoft.com/office/drawing/2014/main" id="{D6A6E97D-9ED6-AB41-A02D-B1D6997090F5}"/>
              </a:ext>
            </a:extLst>
          </p:cNvPr>
          <p:cNvSpPr/>
          <p:nvPr/>
        </p:nvSpPr>
        <p:spPr>
          <a:xfrm>
            <a:off x="4499190" y="1122897"/>
            <a:ext cx="2483444" cy="1468739"/>
          </a:xfrm>
          <a:prstGeom prst="roundRect">
            <a:avLst>
              <a:gd name="adj" fmla="val 7828"/>
            </a:avLst>
          </a:prstGeom>
          <a:noFill/>
          <a:ln w="19050">
            <a:solidFill>
              <a:srgbClr val="D9C17F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185"/>
          </a:p>
        </p:txBody>
      </p:sp>
      <p:cxnSp>
        <p:nvCxnSpPr>
          <p:cNvPr id="228" name="直线连接符 227">
            <a:extLst>
              <a:ext uri="{FF2B5EF4-FFF2-40B4-BE49-F238E27FC236}">
                <a16:creationId xmlns:a16="http://schemas.microsoft.com/office/drawing/2014/main" id="{B3C661A5-91BE-F041-B395-55A03E7E9664}"/>
              </a:ext>
            </a:extLst>
          </p:cNvPr>
          <p:cNvCxnSpPr>
            <a:cxnSpLocks/>
          </p:cNvCxnSpPr>
          <p:nvPr/>
        </p:nvCxnSpPr>
        <p:spPr>
          <a:xfrm>
            <a:off x="4508971" y="1420993"/>
            <a:ext cx="2473663" cy="0"/>
          </a:xfrm>
          <a:prstGeom prst="line">
            <a:avLst/>
          </a:prstGeom>
          <a:ln w="19050">
            <a:solidFill>
              <a:srgbClr val="D9C17F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9" name="矩形 228">
            <a:extLst>
              <a:ext uri="{FF2B5EF4-FFF2-40B4-BE49-F238E27FC236}">
                <a16:creationId xmlns:a16="http://schemas.microsoft.com/office/drawing/2014/main" id="{584D0256-0CF5-C045-9B18-7362A1763FD7}"/>
              </a:ext>
            </a:extLst>
          </p:cNvPr>
          <p:cNvSpPr/>
          <p:nvPr/>
        </p:nvSpPr>
        <p:spPr>
          <a:xfrm>
            <a:off x="4611802" y="1146302"/>
            <a:ext cx="2258219" cy="2746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kumimoji="1" lang="en-US" altLang="zh-CN" sz="1185" b="1" dirty="0">
                <a:solidFill>
                  <a:srgbClr val="D9C17F"/>
                </a:solidFill>
                <a:latin typeface="Times" pitchFamily="2" charset="0"/>
              </a:rPr>
              <a:t>Contained</a:t>
            </a:r>
            <a:r>
              <a:rPr kumimoji="1" lang="zh-CN" altLang="en-US" sz="1185" b="1" dirty="0">
                <a:solidFill>
                  <a:srgbClr val="D9C17F"/>
                </a:solidFill>
                <a:latin typeface="Times" pitchFamily="2" charset="0"/>
              </a:rPr>
              <a:t> </a:t>
            </a:r>
            <a:r>
              <a:rPr kumimoji="1" lang="en-US" altLang="zh-CN" sz="1185" b="1" dirty="0">
                <a:solidFill>
                  <a:srgbClr val="D9C17F"/>
                </a:solidFill>
                <a:latin typeface="Times" pitchFamily="2" charset="0"/>
              </a:rPr>
              <a:t>Features/Scenarios</a:t>
            </a:r>
            <a:endParaRPr lang="zh-CN" altLang="en-US" sz="1185" b="1" dirty="0">
              <a:solidFill>
                <a:srgbClr val="D9C17F"/>
              </a:solidFill>
            </a:endParaRPr>
          </a:p>
        </p:txBody>
      </p:sp>
      <p:sp>
        <p:nvSpPr>
          <p:cNvPr id="230" name="矩形 229">
            <a:extLst>
              <a:ext uri="{FF2B5EF4-FFF2-40B4-BE49-F238E27FC236}">
                <a16:creationId xmlns:a16="http://schemas.microsoft.com/office/drawing/2014/main" id="{BC546CF1-22F0-1748-8397-334EB11DD641}"/>
              </a:ext>
            </a:extLst>
          </p:cNvPr>
          <p:cNvSpPr/>
          <p:nvPr/>
        </p:nvSpPr>
        <p:spPr>
          <a:xfrm>
            <a:off x="4475088" y="1431092"/>
            <a:ext cx="272236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buAutoNum type="arabicPeriod"/>
            </a:pPr>
            <a:r>
              <a:rPr lang="en-US" altLang="zh-CN" sz="1200" dirty="0">
                <a:latin typeface="Times" pitchFamily="2" charset="0"/>
              </a:rPr>
              <a:t>HRV</a:t>
            </a:r>
            <a:r>
              <a:rPr lang="zh-CN" altLang="en-US" sz="1200" dirty="0">
                <a:latin typeface="Times" pitchFamily="2" charset="0"/>
              </a:rPr>
              <a:t> </a:t>
            </a:r>
            <a:r>
              <a:rPr lang="en-US" altLang="zh-CN" sz="1200" dirty="0">
                <a:latin typeface="Times" pitchFamily="2" charset="0"/>
              </a:rPr>
              <a:t>induced</a:t>
            </a:r>
            <a:r>
              <a:rPr lang="zh-CN" altLang="en-US" sz="1200" dirty="0">
                <a:latin typeface="Times" pitchFamily="2" charset="0"/>
              </a:rPr>
              <a:t> </a:t>
            </a:r>
            <a:r>
              <a:rPr lang="en-US" altLang="zh-CN" sz="1200" dirty="0">
                <a:latin typeface="Times" pitchFamily="2" charset="0"/>
              </a:rPr>
              <a:t>by</a:t>
            </a:r>
            <a:r>
              <a:rPr lang="zh-CN" altLang="en-US" sz="1200" dirty="0">
                <a:latin typeface="Times" pitchFamily="2" charset="0"/>
              </a:rPr>
              <a:t> </a:t>
            </a:r>
            <a:r>
              <a:rPr lang="en-US" altLang="zh-CN" sz="1200" dirty="0">
                <a:latin typeface="Times" pitchFamily="2" charset="0"/>
              </a:rPr>
              <a:t>tests</a:t>
            </a:r>
            <a:r>
              <a:rPr lang="zh-CN" altLang="en-US" sz="1200" dirty="0">
                <a:latin typeface="Times" pitchFamily="2" charset="0"/>
              </a:rPr>
              <a:t> </a:t>
            </a:r>
            <a:r>
              <a:rPr lang="en-US" altLang="zh-CN" sz="1200" dirty="0">
                <a:latin typeface="Times" pitchFamily="2" charset="0"/>
              </a:rPr>
              <a:t>or</a:t>
            </a:r>
            <a:r>
              <a:rPr lang="zh-CN" altLang="en-US" sz="1200" dirty="0">
                <a:latin typeface="Times" pitchFamily="2" charset="0"/>
              </a:rPr>
              <a:t> </a:t>
            </a:r>
            <a:r>
              <a:rPr lang="en-US" altLang="zh-CN" sz="1200" dirty="0">
                <a:latin typeface="Times" pitchFamily="2" charset="0"/>
              </a:rPr>
              <a:t>collected</a:t>
            </a:r>
            <a:r>
              <a:rPr lang="zh-CN" altLang="en-US" sz="1200" dirty="0">
                <a:latin typeface="Times" pitchFamily="2" charset="0"/>
              </a:rPr>
              <a:t> </a:t>
            </a:r>
            <a:r>
              <a:rPr lang="en-US" altLang="zh-CN" sz="1200" dirty="0">
                <a:latin typeface="Times" pitchFamily="2" charset="0"/>
              </a:rPr>
              <a:t>form</a:t>
            </a:r>
            <a:r>
              <a:rPr lang="zh-CN" altLang="en-US" sz="1200" dirty="0">
                <a:latin typeface="Times" pitchFamily="2" charset="0"/>
              </a:rPr>
              <a:t> </a:t>
            </a:r>
            <a:r>
              <a:rPr lang="en-US" altLang="zh-CN" sz="1200" dirty="0">
                <a:latin typeface="Times" pitchFamily="2" charset="0"/>
              </a:rPr>
              <a:t>patients.</a:t>
            </a:r>
          </a:p>
          <a:p>
            <a:pPr marL="228600" indent="-228600">
              <a:buAutoNum type="arabicPeriod"/>
            </a:pPr>
            <a:r>
              <a:rPr lang="en-US" altLang="zh-CN" sz="1200" dirty="0">
                <a:latin typeface="Times" pitchFamily="2" charset="0"/>
              </a:rPr>
              <a:t>Noisy</a:t>
            </a:r>
            <a:r>
              <a:rPr lang="zh-CN" altLang="en-US" sz="1200" dirty="0">
                <a:latin typeface="Times" pitchFamily="2" charset="0"/>
              </a:rPr>
              <a:t> </a:t>
            </a:r>
            <a:r>
              <a:rPr lang="en-US" altLang="zh-CN" sz="1200" dirty="0">
                <a:latin typeface="Times" pitchFamily="2" charset="0"/>
              </a:rPr>
              <a:t>data</a:t>
            </a:r>
            <a:r>
              <a:rPr lang="zh-CN" altLang="en-US" sz="1200" dirty="0">
                <a:latin typeface="Times" pitchFamily="2" charset="0"/>
              </a:rPr>
              <a:t> </a:t>
            </a:r>
            <a:r>
              <a:rPr lang="en-US" altLang="zh-CN" sz="1200" dirty="0">
                <a:latin typeface="Times" pitchFamily="2" charset="0"/>
              </a:rPr>
              <a:t>collection</a:t>
            </a:r>
            <a:r>
              <a:rPr lang="zh-CN" altLang="en-US" sz="1200" dirty="0">
                <a:latin typeface="Times" pitchFamily="2" charset="0"/>
              </a:rPr>
              <a:t> </a:t>
            </a:r>
            <a:r>
              <a:rPr lang="en-US" altLang="zh-CN" sz="1200" dirty="0">
                <a:latin typeface="Times" pitchFamily="2" charset="0"/>
              </a:rPr>
              <a:t>scenarios.</a:t>
            </a:r>
          </a:p>
          <a:p>
            <a:pPr marL="228600" indent="-228600">
              <a:buAutoNum type="arabicPeriod"/>
            </a:pPr>
            <a:r>
              <a:rPr lang="en-US" altLang="zh-CN" sz="1200" dirty="0">
                <a:latin typeface="Times" pitchFamily="2" charset="0"/>
              </a:rPr>
              <a:t>Data</a:t>
            </a:r>
            <a:r>
              <a:rPr lang="zh-CN" altLang="en-US" sz="1200" dirty="0">
                <a:latin typeface="Times" pitchFamily="2" charset="0"/>
              </a:rPr>
              <a:t> </a:t>
            </a:r>
            <a:r>
              <a:rPr lang="en-US" altLang="zh-CN" sz="1200" dirty="0">
                <a:latin typeface="Times" pitchFamily="2" charset="0"/>
              </a:rPr>
              <a:t>for</a:t>
            </a:r>
            <a:r>
              <a:rPr lang="zh-CN" altLang="en-US" sz="1200" dirty="0">
                <a:latin typeface="Times" pitchFamily="2" charset="0"/>
              </a:rPr>
              <a:t> </a:t>
            </a:r>
            <a:r>
              <a:rPr lang="en-US" altLang="zh-CN" sz="1200" dirty="0">
                <a:latin typeface="Times" pitchFamily="2" charset="0"/>
              </a:rPr>
              <a:t>real-world</a:t>
            </a:r>
            <a:r>
              <a:rPr lang="zh-CN" altLang="en-US" sz="1200" dirty="0">
                <a:latin typeface="Times" pitchFamily="2" charset="0"/>
              </a:rPr>
              <a:t> </a:t>
            </a:r>
            <a:r>
              <a:rPr lang="en-US" altLang="zh-CN" sz="1200" dirty="0">
                <a:latin typeface="Times" pitchFamily="2" charset="0"/>
              </a:rPr>
              <a:t>applications.</a:t>
            </a:r>
          </a:p>
          <a:p>
            <a:pPr marL="228600" indent="-228600">
              <a:buAutoNum type="arabicPeriod"/>
            </a:pPr>
            <a:r>
              <a:rPr lang="en-US" altLang="zh-CN" sz="1200" dirty="0">
                <a:latin typeface="Times" pitchFamily="2" charset="0"/>
              </a:rPr>
              <a:t>Data</a:t>
            </a:r>
            <a:r>
              <a:rPr lang="zh-CN" altLang="en-US" sz="1200" dirty="0">
                <a:latin typeface="Times" pitchFamily="2" charset="0"/>
              </a:rPr>
              <a:t> </a:t>
            </a:r>
            <a:r>
              <a:rPr lang="en-US" altLang="zh-CN" sz="1200" dirty="0">
                <a:latin typeface="Times" pitchFamily="2" charset="0"/>
              </a:rPr>
              <a:t>from</a:t>
            </a:r>
            <a:r>
              <a:rPr lang="zh-CN" altLang="en-US" sz="1200" dirty="0">
                <a:latin typeface="Times" pitchFamily="2" charset="0"/>
              </a:rPr>
              <a:t> </a:t>
            </a:r>
            <a:r>
              <a:rPr lang="en-US" altLang="zh-CN" sz="1200" dirty="0">
                <a:latin typeface="Times" pitchFamily="2" charset="0"/>
              </a:rPr>
              <a:t>other</a:t>
            </a:r>
            <a:r>
              <a:rPr lang="zh-CN" altLang="en-US" sz="1200" dirty="0">
                <a:latin typeface="Times" pitchFamily="2" charset="0"/>
              </a:rPr>
              <a:t> </a:t>
            </a:r>
            <a:r>
              <a:rPr lang="en-US" altLang="zh-CN" sz="1200" dirty="0">
                <a:latin typeface="Times" pitchFamily="2" charset="0"/>
              </a:rPr>
              <a:t>domain</a:t>
            </a:r>
            <a:r>
              <a:rPr lang="zh-CN" altLang="en-US" sz="1200" dirty="0">
                <a:latin typeface="Times" pitchFamily="2" charset="0"/>
              </a:rPr>
              <a:t> </a:t>
            </a:r>
            <a:r>
              <a:rPr lang="en-US" altLang="zh-CN" sz="1200" dirty="0">
                <a:latin typeface="Times" pitchFamily="2" charset="0"/>
              </a:rPr>
              <a:t>for</a:t>
            </a:r>
            <a:r>
              <a:rPr lang="zh-CN" altLang="en-US" sz="1200" dirty="0">
                <a:latin typeface="Times" pitchFamily="2" charset="0"/>
              </a:rPr>
              <a:t> </a:t>
            </a:r>
            <a:r>
              <a:rPr lang="en-US" altLang="zh-CN" sz="1200" dirty="0">
                <a:latin typeface="Times" pitchFamily="2" charset="0"/>
              </a:rPr>
              <a:t>pre-training.</a:t>
            </a:r>
            <a:endParaRPr lang="zh-CN" altLang="en-US" sz="1200" dirty="0">
              <a:latin typeface="Times" pitchFamily="2" charset="0"/>
            </a:endParaRPr>
          </a:p>
        </p:txBody>
      </p:sp>
      <p:sp>
        <p:nvSpPr>
          <p:cNvPr id="231" name="文本框 230">
            <a:extLst>
              <a:ext uri="{FF2B5EF4-FFF2-40B4-BE49-F238E27FC236}">
                <a16:creationId xmlns:a16="http://schemas.microsoft.com/office/drawing/2014/main" id="{47EAB4C0-931E-1A4B-A008-52A3490FAE2F}"/>
              </a:ext>
            </a:extLst>
          </p:cNvPr>
          <p:cNvSpPr txBox="1"/>
          <p:nvPr/>
        </p:nvSpPr>
        <p:spPr>
          <a:xfrm>
            <a:off x="4302601" y="2847430"/>
            <a:ext cx="122099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zh-CN" sz="1200" dirty="0">
                <a:latin typeface="Times" pitchFamily="2" charset="0"/>
              </a:rPr>
              <a:t>Dataset</a:t>
            </a:r>
            <a:r>
              <a:rPr kumimoji="1" lang="zh-CN" altLang="en-US" sz="1200" dirty="0">
                <a:latin typeface="Times" pitchFamily="2" charset="0"/>
              </a:rPr>
              <a:t> </a:t>
            </a:r>
            <a:r>
              <a:rPr kumimoji="1" lang="en-US" altLang="zh-CN" sz="1200" dirty="0">
                <a:latin typeface="Times" pitchFamily="2" charset="0"/>
              </a:rPr>
              <a:t>design</a:t>
            </a:r>
            <a:endParaRPr lang="zh-CN" altLang="en-US" sz="1200" dirty="0"/>
          </a:p>
        </p:txBody>
      </p:sp>
      <p:cxnSp>
        <p:nvCxnSpPr>
          <p:cNvPr id="232" name="直线箭头连接符 231">
            <a:extLst>
              <a:ext uri="{FF2B5EF4-FFF2-40B4-BE49-F238E27FC236}">
                <a16:creationId xmlns:a16="http://schemas.microsoft.com/office/drawing/2014/main" id="{5A35E15B-8127-5B44-9CFC-9BBB229B699A}"/>
              </a:ext>
            </a:extLst>
          </p:cNvPr>
          <p:cNvCxnSpPr>
            <a:cxnSpLocks/>
            <a:stCxn id="152" idx="0"/>
          </p:cNvCxnSpPr>
          <p:nvPr/>
        </p:nvCxnSpPr>
        <p:spPr>
          <a:xfrm flipV="1">
            <a:off x="6191021" y="2601365"/>
            <a:ext cx="0" cy="21853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9" name="文本框 238">
            <a:extLst>
              <a:ext uri="{FF2B5EF4-FFF2-40B4-BE49-F238E27FC236}">
                <a16:creationId xmlns:a16="http://schemas.microsoft.com/office/drawing/2014/main" id="{5796E138-1FF4-764F-A251-6F20617278EF}"/>
              </a:ext>
            </a:extLst>
          </p:cNvPr>
          <p:cNvSpPr txBox="1"/>
          <p:nvPr/>
        </p:nvSpPr>
        <p:spPr>
          <a:xfrm>
            <a:off x="3442084" y="3967185"/>
            <a:ext cx="312767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zh-CN" sz="1200" dirty="0">
                <a:latin typeface="Times" pitchFamily="2" charset="0"/>
              </a:rPr>
              <a:t>Proposed</a:t>
            </a:r>
            <a:r>
              <a:rPr kumimoji="1" lang="zh-CN" altLang="en-US" sz="1200" dirty="0">
                <a:latin typeface="Times" pitchFamily="2" charset="0"/>
              </a:rPr>
              <a:t> </a:t>
            </a:r>
            <a:r>
              <a:rPr kumimoji="1" lang="en-US" altLang="zh-CN" sz="1200" dirty="0">
                <a:latin typeface="Times" pitchFamily="2" charset="0"/>
              </a:rPr>
              <a:t>framework</a:t>
            </a:r>
            <a:r>
              <a:rPr kumimoji="1" lang="zh-CN" altLang="en-US" sz="1200" dirty="0">
                <a:latin typeface="Times" pitchFamily="2" charset="0"/>
              </a:rPr>
              <a:t> </a:t>
            </a:r>
            <a:r>
              <a:rPr kumimoji="1" lang="en-US" altLang="zh-CN" sz="1200" dirty="0">
                <a:latin typeface="Times" pitchFamily="2" charset="0"/>
              </a:rPr>
              <a:t>with</a:t>
            </a:r>
            <a:r>
              <a:rPr kumimoji="1" lang="zh-CN" altLang="en-US" sz="1200" dirty="0">
                <a:latin typeface="Times" pitchFamily="2" charset="0"/>
              </a:rPr>
              <a:t> </a:t>
            </a:r>
            <a:r>
              <a:rPr kumimoji="1" lang="en-US" altLang="zh-CN" sz="1200" dirty="0">
                <a:latin typeface="Times" pitchFamily="2" charset="0"/>
              </a:rPr>
              <a:t>collected</a:t>
            </a:r>
            <a:r>
              <a:rPr kumimoji="1" lang="zh-CN" altLang="en-US" sz="1200" dirty="0">
                <a:latin typeface="Times" pitchFamily="2" charset="0"/>
              </a:rPr>
              <a:t> </a:t>
            </a:r>
            <a:r>
              <a:rPr kumimoji="1" lang="en-US" altLang="zh-CN" sz="1200" dirty="0">
                <a:latin typeface="Times" pitchFamily="2" charset="0"/>
              </a:rPr>
              <a:t>dataset</a:t>
            </a:r>
            <a:r>
              <a:rPr kumimoji="1" lang="zh-CN" altLang="en-US" sz="1200" dirty="0">
                <a:latin typeface="Times" pitchFamily="2" charset="0"/>
              </a:rPr>
              <a:t> </a:t>
            </a:r>
            <a:r>
              <a:rPr kumimoji="1" lang="en-US" altLang="zh-CN" sz="1200" dirty="0">
                <a:latin typeface="Times" pitchFamily="2" charset="0"/>
              </a:rPr>
              <a:t>to</a:t>
            </a:r>
            <a:r>
              <a:rPr kumimoji="1" lang="zh-CN" altLang="en-US" sz="1200" dirty="0">
                <a:latin typeface="Times" pitchFamily="2" charset="0"/>
              </a:rPr>
              <a:t> </a:t>
            </a:r>
            <a:r>
              <a:rPr kumimoji="1" lang="en-US" altLang="zh-CN" sz="1200" dirty="0">
                <a:latin typeface="Times" pitchFamily="2" charset="0"/>
              </a:rPr>
              <a:t>provide</a:t>
            </a:r>
            <a:r>
              <a:rPr kumimoji="1" lang="zh-CN" altLang="en-US" sz="1200" dirty="0">
                <a:latin typeface="Times" pitchFamily="2" charset="0"/>
              </a:rPr>
              <a:t> </a:t>
            </a:r>
            <a:r>
              <a:rPr kumimoji="1" lang="en-US" altLang="zh-CN" sz="1200" dirty="0">
                <a:latin typeface="Times" pitchFamily="2" charset="0"/>
              </a:rPr>
              <a:t>medical-grade</a:t>
            </a:r>
            <a:r>
              <a:rPr kumimoji="1" lang="zh-CN" altLang="en-US" sz="1200" dirty="0">
                <a:latin typeface="Times" pitchFamily="2" charset="0"/>
              </a:rPr>
              <a:t> </a:t>
            </a:r>
            <a:r>
              <a:rPr kumimoji="1" lang="en-US" altLang="zh-CN" sz="1200" dirty="0">
                <a:latin typeface="Times" pitchFamily="2" charset="0"/>
              </a:rPr>
              <a:t>monitoring</a:t>
            </a:r>
            <a:endParaRPr lang="zh-CN" altLang="en-US" sz="1200" dirty="0"/>
          </a:p>
        </p:txBody>
      </p:sp>
      <p:cxnSp>
        <p:nvCxnSpPr>
          <p:cNvPr id="243" name="直线箭头连接符 242">
            <a:extLst>
              <a:ext uri="{FF2B5EF4-FFF2-40B4-BE49-F238E27FC236}">
                <a16:creationId xmlns:a16="http://schemas.microsoft.com/office/drawing/2014/main" id="{CF16550E-A70C-D040-B695-01DBEE127EEF}"/>
              </a:ext>
            </a:extLst>
          </p:cNvPr>
          <p:cNvCxnSpPr>
            <a:cxnSpLocks/>
            <a:stCxn id="130" idx="2"/>
            <a:endCxn id="163" idx="1"/>
          </p:cNvCxnSpPr>
          <p:nvPr/>
        </p:nvCxnSpPr>
        <p:spPr>
          <a:xfrm rot="16200000" flipH="1">
            <a:off x="1012742" y="3617109"/>
            <a:ext cx="980903" cy="604684"/>
          </a:xfrm>
          <a:prstGeom prst="bentConnector2">
            <a:avLst/>
          </a:prstGeom>
          <a:ln w="38100">
            <a:solidFill>
              <a:schemeClr val="tx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6" name="文本框 245">
            <a:extLst>
              <a:ext uri="{FF2B5EF4-FFF2-40B4-BE49-F238E27FC236}">
                <a16:creationId xmlns:a16="http://schemas.microsoft.com/office/drawing/2014/main" id="{33B537EF-1ECA-3746-8BDA-051299CCA03E}"/>
              </a:ext>
            </a:extLst>
          </p:cNvPr>
          <p:cNvSpPr txBox="1"/>
          <p:nvPr/>
        </p:nvSpPr>
        <p:spPr>
          <a:xfrm>
            <a:off x="333114" y="3653009"/>
            <a:ext cx="97507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zh-CN" sz="1200" dirty="0">
                <a:latin typeface="Times" pitchFamily="2" charset="0"/>
              </a:rPr>
              <a:t>Future</a:t>
            </a:r>
            <a:r>
              <a:rPr kumimoji="1" lang="zh-CN" altLang="en-US" sz="1200" dirty="0">
                <a:latin typeface="Times" pitchFamily="2" charset="0"/>
              </a:rPr>
              <a:t> </a:t>
            </a:r>
            <a:r>
              <a:rPr kumimoji="1" lang="en-US" altLang="zh-CN" sz="1200" dirty="0">
                <a:latin typeface="Times" pitchFamily="2" charset="0"/>
              </a:rPr>
              <a:t>directions</a:t>
            </a:r>
            <a:endParaRPr kumimoji="1" lang="zh-CN" altLang="en-US" sz="1200" dirty="0">
              <a:latin typeface="Time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39350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2880</TotalTime>
  <Words>107</Words>
  <Application>Microsoft Macintosh PowerPoint</Application>
  <PresentationFormat>自定义</PresentationFormat>
  <Paragraphs>24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Times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Zhang, Yuanyuan [sgyzh127]</dc:creator>
  <cp:lastModifiedBy>Zhang, Yuanyuan [sgyzh127]</cp:lastModifiedBy>
  <cp:revision>67</cp:revision>
  <dcterms:created xsi:type="dcterms:W3CDTF">2022-06-01T13:37:27Z</dcterms:created>
  <dcterms:modified xsi:type="dcterms:W3CDTF">2022-07-30T02:38:00Z</dcterms:modified>
</cp:coreProperties>
</file>