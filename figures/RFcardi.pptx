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65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C75A11"/>
    <a:srgbClr val="C65A11"/>
    <a:srgbClr val="767171"/>
    <a:srgbClr val="385723"/>
    <a:srgbClr val="7997CC"/>
    <a:srgbClr val="D7BF7E"/>
    <a:srgbClr val="FAEAAA"/>
    <a:srgbClr val="538234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8" autoAdjust="0"/>
    <p:restoredTop sz="97030"/>
  </p:normalViewPr>
  <p:slideViewPr>
    <p:cSldViewPr snapToGrid="0">
      <p:cViewPr varScale="1">
        <p:scale>
          <a:sx n="124" d="100"/>
          <a:sy n="124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A1EC-A8CC-37EE-417A-13A3838F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E56BC-13B8-F871-53D4-770A1ABCD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76531C-2CD3-FBB4-10C5-EA0A0967901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95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836C-112B-0EFB-74E1-AF87AA8E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Picture 469">
            <a:extLst>
              <a:ext uri="{FF2B5EF4-FFF2-40B4-BE49-F238E27FC236}">
                <a16:creationId xmlns:a16="http://schemas.microsoft.com/office/drawing/2014/main" id="{EACBC404-D56D-EE4B-80C0-024F4D11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0719" y="4499164"/>
            <a:ext cx="1838252" cy="95336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507508B-214B-DBC2-471B-F6E5C10082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9025" y="4792625"/>
            <a:ext cx="1838253" cy="953363"/>
          </a:xfrm>
          <a:prstGeom prst="rect">
            <a:avLst/>
          </a:prstGeom>
        </p:spPr>
      </p:pic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2AD9494-3307-2413-D535-5A68BB6DC7BA}"/>
              </a:ext>
            </a:extLst>
          </p:cNvPr>
          <p:cNvCxnSpPr>
            <a:cxnSpLocks/>
          </p:cNvCxnSpPr>
          <p:nvPr/>
        </p:nvCxnSpPr>
        <p:spPr>
          <a:xfrm flipV="1">
            <a:off x="3398309" y="4551306"/>
            <a:ext cx="179784" cy="291109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6B86BF51-13C7-1A15-9F01-4EBCAC9A51D0}"/>
              </a:ext>
            </a:extLst>
          </p:cNvPr>
          <p:cNvGrpSpPr/>
          <p:nvPr/>
        </p:nvGrpSpPr>
        <p:grpSpPr>
          <a:xfrm>
            <a:off x="6068413" y="4316845"/>
            <a:ext cx="2305497" cy="1821076"/>
            <a:chOff x="6137331" y="4345030"/>
            <a:chExt cx="2305497" cy="1821076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71215B1-6408-4579-ACC0-2F95CC12E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10443" y="4345030"/>
              <a:ext cx="1832385" cy="1093399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D2166C09-9F0C-A0ED-8730-8A17C10CA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37331" y="4693991"/>
              <a:ext cx="2160000" cy="1275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54CD977-FF2A-C98C-39F9-F91FDBF5883A}"/>
                </a:ext>
              </a:extLst>
            </p:cNvPr>
            <p:cNvSpPr txBox="1"/>
            <p:nvPr/>
          </p:nvSpPr>
          <p:spPr>
            <a:xfrm>
              <a:off x="6780283" y="5904496"/>
              <a:ext cx="132522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kern="100" dirty="0">
                  <a:latin typeface="Times New Roman" panose="02020603050405020304" pitchFamily="18" charset="0"/>
                </a:rPr>
                <a:t>Spectrograms</a:t>
              </a:r>
            </a:p>
          </p:txBody>
        </p: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CDDDE274-9569-0CF7-37C3-1AAB6979D9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0051" y="4385878"/>
              <a:ext cx="166450" cy="407500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542F2E52-84A8-1375-40E7-B2867E25B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7972" y="5277151"/>
              <a:ext cx="159665" cy="322671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00F49619-9533-6227-AEE2-FE36A3BF3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0610" y="4450209"/>
              <a:ext cx="159665" cy="322671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4719C140-D80D-1F7D-DB11-977F179EBC27}"/>
              </a:ext>
            </a:extLst>
          </p:cNvPr>
          <p:cNvCxnSpPr>
            <a:cxnSpLocks/>
          </p:cNvCxnSpPr>
          <p:nvPr/>
        </p:nvCxnSpPr>
        <p:spPr>
          <a:xfrm flipV="1">
            <a:off x="5157602" y="4540476"/>
            <a:ext cx="179784" cy="291109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0DDEDC63-43AE-D357-CA43-9E986D6B471B}"/>
              </a:ext>
            </a:extLst>
          </p:cNvPr>
          <p:cNvCxnSpPr>
            <a:cxnSpLocks/>
          </p:cNvCxnSpPr>
          <p:nvPr/>
        </p:nvCxnSpPr>
        <p:spPr>
          <a:xfrm flipV="1">
            <a:off x="5155787" y="5413241"/>
            <a:ext cx="179784" cy="291109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Trapezoid 1039">
            <a:extLst>
              <a:ext uri="{FF2B5EF4-FFF2-40B4-BE49-F238E27FC236}">
                <a16:creationId xmlns:a16="http://schemas.microsoft.com/office/drawing/2014/main" id="{63F6D4CB-5C42-B999-DE1D-1FF7860C0ABD}"/>
              </a:ext>
            </a:extLst>
          </p:cNvPr>
          <p:cNvSpPr/>
          <p:nvPr/>
        </p:nvSpPr>
        <p:spPr>
          <a:xfrm rot="16200000">
            <a:off x="9740617" y="3981248"/>
            <a:ext cx="572284" cy="494787"/>
          </a:xfrm>
          <a:prstGeom prst="trapezoid">
            <a:avLst/>
          </a:prstGeom>
          <a:solidFill>
            <a:srgbClr val="FFD966">
              <a:alpha val="60000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r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72474A0B-2394-C39D-86C8-E6116D1237B3}"/>
              </a:ext>
            </a:extLst>
          </p:cNvPr>
          <p:cNvSpPr txBox="1"/>
          <p:nvPr/>
        </p:nvSpPr>
        <p:spPr>
          <a:xfrm>
            <a:off x="8741901" y="3682170"/>
            <a:ext cx="1587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Pre-text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Task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Training</a:t>
            </a:r>
          </a:p>
        </p:txBody>
      </p:sp>
      <p:cxnSp>
        <p:nvCxnSpPr>
          <p:cNvPr id="1054" name="直线箭头连接符 256">
            <a:extLst>
              <a:ext uri="{FF2B5EF4-FFF2-40B4-BE49-F238E27FC236}">
                <a16:creationId xmlns:a16="http://schemas.microsoft.com/office/drawing/2014/main" id="{CC755F10-3CAD-04BF-C446-6A0C6D77557A}"/>
              </a:ext>
            </a:extLst>
          </p:cNvPr>
          <p:cNvCxnSpPr>
            <a:cxnSpLocks/>
            <a:stCxn id="1062" idx="3"/>
            <a:endCxn id="1040" idx="0"/>
          </p:cNvCxnSpPr>
          <p:nvPr/>
        </p:nvCxnSpPr>
        <p:spPr>
          <a:xfrm>
            <a:off x="9592518" y="4226345"/>
            <a:ext cx="186848" cy="2297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8307D776-6997-DD08-98E6-785D171744BE}"/>
              </a:ext>
            </a:extLst>
          </p:cNvPr>
          <p:cNvSpPr/>
          <p:nvPr/>
        </p:nvSpPr>
        <p:spPr>
          <a:xfrm>
            <a:off x="8720083" y="5436253"/>
            <a:ext cx="872987" cy="439081"/>
          </a:xfrm>
          <a:prstGeom prst="rect">
            <a:avLst/>
          </a:prstGeom>
          <a:solidFill>
            <a:srgbClr val="FFD966">
              <a:alpha val="60337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14A8B03B-0A8B-0A58-DEFD-158372A5EBF4}"/>
              </a:ext>
            </a:extLst>
          </p:cNvPr>
          <p:cNvSpPr/>
          <p:nvPr/>
        </p:nvSpPr>
        <p:spPr>
          <a:xfrm>
            <a:off x="8719531" y="4006804"/>
            <a:ext cx="872987" cy="439081"/>
          </a:xfrm>
          <a:prstGeom prst="rect">
            <a:avLst/>
          </a:prstGeom>
          <a:solidFill>
            <a:srgbClr val="FFD966">
              <a:alpha val="60337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3" name="Elbow Connector 1062">
            <a:extLst>
              <a:ext uri="{FF2B5EF4-FFF2-40B4-BE49-F238E27FC236}">
                <a16:creationId xmlns:a16="http://schemas.microsoft.com/office/drawing/2014/main" id="{0A25F1A1-2612-6363-DB83-21C4E87AF34A}"/>
              </a:ext>
            </a:extLst>
          </p:cNvPr>
          <p:cNvCxnSpPr>
            <a:cxnSpLocks/>
            <a:endCxn id="1062" idx="1"/>
          </p:cNvCxnSpPr>
          <p:nvPr/>
        </p:nvCxnSpPr>
        <p:spPr>
          <a:xfrm flipV="1">
            <a:off x="8373910" y="4226345"/>
            <a:ext cx="345621" cy="721724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7" name="Elbow Connector 1066">
            <a:extLst>
              <a:ext uri="{FF2B5EF4-FFF2-40B4-BE49-F238E27FC236}">
                <a16:creationId xmlns:a16="http://schemas.microsoft.com/office/drawing/2014/main" id="{8A295D96-2538-EEFB-8240-AEAE07D40F30}"/>
              </a:ext>
            </a:extLst>
          </p:cNvPr>
          <p:cNvCxnSpPr>
            <a:cxnSpLocks/>
            <a:endCxn id="1061" idx="1"/>
          </p:cNvCxnSpPr>
          <p:nvPr/>
        </p:nvCxnSpPr>
        <p:spPr>
          <a:xfrm>
            <a:off x="8373910" y="4948069"/>
            <a:ext cx="346173" cy="70772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1" name="Down Arrow 1070">
            <a:extLst>
              <a:ext uri="{FF2B5EF4-FFF2-40B4-BE49-F238E27FC236}">
                <a16:creationId xmlns:a16="http://schemas.microsoft.com/office/drawing/2014/main" id="{64C7E79B-690E-AC50-86ED-0314122D15BC}"/>
              </a:ext>
            </a:extLst>
          </p:cNvPr>
          <p:cNvSpPr/>
          <p:nvPr/>
        </p:nvSpPr>
        <p:spPr>
          <a:xfrm>
            <a:off x="8790470" y="4633538"/>
            <a:ext cx="149115" cy="668393"/>
          </a:xfrm>
          <a:prstGeom prst="downArrow">
            <a:avLst>
              <a:gd name="adj1" fmla="val 50000"/>
              <a:gd name="adj2" fmla="val 62069"/>
            </a:avLst>
          </a:prstGeom>
          <a:solidFill>
            <a:schemeClr val="accent2">
              <a:lumMod val="60000"/>
              <a:lumOff val="40000"/>
              <a:alpha val="60175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F1FC48E4-D86C-5E72-8712-C2E8EF51594C}"/>
              </a:ext>
            </a:extLst>
          </p:cNvPr>
          <p:cNvSpPr txBox="1"/>
          <p:nvPr/>
        </p:nvSpPr>
        <p:spPr>
          <a:xfrm>
            <a:off x="8834145" y="4717235"/>
            <a:ext cx="100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Knowledge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Transfer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F4963179-6944-3C8E-E06F-FD61AB56903C}"/>
              </a:ext>
            </a:extLst>
          </p:cNvPr>
          <p:cNvSpPr txBox="1"/>
          <p:nvPr/>
        </p:nvSpPr>
        <p:spPr>
          <a:xfrm>
            <a:off x="8821225" y="5969278"/>
            <a:ext cx="1429001" cy="283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Fine-tuning</a:t>
            </a:r>
          </a:p>
        </p:txBody>
      </p:sp>
      <p:sp>
        <p:nvSpPr>
          <p:cNvPr id="1078" name="Trapezoid 1077">
            <a:extLst>
              <a:ext uri="{FF2B5EF4-FFF2-40B4-BE49-F238E27FC236}">
                <a16:creationId xmlns:a16="http://schemas.microsoft.com/office/drawing/2014/main" id="{388C3276-40B9-4653-A38A-6F3017246508}"/>
              </a:ext>
            </a:extLst>
          </p:cNvPr>
          <p:cNvSpPr/>
          <p:nvPr/>
        </p:nvSpPr>
        <p:spPr>
          <a:xfrm rot="16200000">
            <a:off x="9738537" y="5402605"/>
            <a:ext cx="572284" cy="494787"/>
          </a:xfrm>
          <a:prstGeom prst="trapezoid">
            <a:avLst/>
          </a:prstGeom>
          <a:solidFill>
            <a:srgbClr val="FFD966">
              <a:alpha val="60000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r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9" name="直线箭头连接符 256">
            <a:extLst>
              <a:ext uri="{FF2B5EF4-FFF2-40B4-BE49-F238E27FC236}">
                <a16:creationId xmlns:a16="http://schemas.microsoft.com/office/drawing/2014/main" id="{989328FF-1208-BDBB-B5DF-325C5EF163C1}"/>
              </a:ext>
            </a:extLst>
          </p:cNvPr>
          <p:cNvCxnSpPr>
            <a:cxnSpLocks/>
            <a:stCxn id="1061" idx="3"/>
            <a:endCxn id="1078" idx="0"/>
          </p:cNvCxnSpPr>
          <p:nvPr/>
        </p:nvCxnSpPr>
        <p:spPr>
          <a:xfrm flipV="1">
            <a:off x="9593070" y="5649999"/>
            <a:ext cx="184216" cy="5795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直线箭头连接符 256">
            <a:extLst>
              <a:ext uri="{FF2B5EF4-FFF2-40B4-BE49-F238E27FC236}">
                <a16:creationId xmlns:a16="http://schemas.microsoft.com/office/drawing/2014/main" id="{E66AC886-BCDE-15E7-2563-ED75285CC472}"/>
              </a:ext>
            </a:extLst>
          </p:cNvPr>
          <p:cNvCxnSpPr>
            <a:cxnSpLocks/>
            <a:stCxn id="1078" idx="2"/>
          </p:cNvCxnSpPr>
          <p:nvPr/>
        </p:nvCxnSpPr>
        <p:spPr>
          <a:xfrm flipV="1">
            <a:off x="10272073" y="5648497"/>
            <a:ext cx="346292" cy="150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7" name="直线箭头连接符 256">
            <a:extLst>
              <a:ext uri="{FF2B5EF4-FFF2-40B4-BE49-F238E27FC236}">
                <a16:creationId xmlns:a16="http://schemas.microsoft.com/office/drawing/2014/main" id="{2824CAFC-7350-BC31-C014-40BA1BD80CE3}"/>
              </a:ext>
            </a:extLst>
          </p:cNvPr>
          <p:cNvCxnSpPr>
            <a:cxnSpLocks/>
          </p:cNvCxnSpPr>
          <p:nvPr/>
        </p:nvCxnSpPr>
        <p:spPr>
          <a:xfrm>
            <a:off x="10272073" y="4228990"/>
            <a:ext cx="252347" cy="476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5" name="TextBox 644">
            <a:extLst>
              <a:ext uri="{FF2B5EF4-FFF2-40B4-BE49-F238E27FC236}">
                <a16:creationId xmlns:a16="http://schemas.microsoft.com/office/drawing/2014/main" id="{19C992CD-6C21-BE87-8BD6-9455D37EB486}"/>
              </a:ext>
            </a:extLst>
          </p:cNvPr>
          <p:cNvSpPr txBox="1"/>
          <p:nvPr/>
        </p:nvSpPr>
        <p:spPr>
          <a:xfrm>
            <a:off x="10485393" y="5859439"/>
            <a:ext cx="1429001" cy="283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ECG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Outputs</a:t>
            </a:r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F862C275-1D49-7E98-604E-908CA2D367D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0"/>
          <a:stretch/>
        </p:blipFill>
        <p:spPr>
          <a:xfrm>
            <a:off x="10646371" y="5286240"/>
            <a:ext cx="1073645" cy="598656"/>
          </a:xfrm>
          <a:prstGeom prst="rect">
            <a:avLst/>
          </a:prstGeom>
        </p:spPr>
      </p:pic>
      <p:sp>
        <p:nvSpPr>
          <p:cNvPr id="649" name="TextBox 648">
            <a:extLst>
              <a:ext uri="{FF2B5EF4-FFF2-40B4-BE49-F238E27FC236}">
                <a16:creationId xmlns:a16="http://schemas.microsoft.com/office/drawing/2014/main" id="{966B54DD-05E4-5499-E470-D22A7943D788}"/>
              </a:ext>
            </a:extLst>
          </p:cNvPr>
          <p:cNvSpPr txBox="1"/>
          <p:nvPr/>
        </p:nvSpPr>
        <p:spPr>
          <a:xfrm>
            <a:off x="10399637" y="4469507"/>
            <a:ext cx="1587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Sparse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Signal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Recovery</a:t>
            </a:r>
          </a:p>
        </p:txBody>
      </p:sp>
      <p:sp>
        <p:nvSpPr>
          <p:cNvPr id="657" name="Freeform 656">
            <a:extLst>
              <a:ext uri="{FF2B5EF4-FFF2-40B4-BE49-F238E27FC236}">
                <a16:creationId xmlns:a16="http://schemas.microsoft.com/office/drawing/2014/main" id="{62ADB514-C36E-F1E3-3B9F-6CF812BFF497}"/>
              </a:ext>
            </a:extLst>
          </p:cNvPr>
          <p:cNvSpPr/>
          <p:nvPr/>
        </p:nvSpPr>
        <p:spPr>
          <a:xfrm>
            <a:off x="10643835" y="3867980"/>
            <a:ext cx="1106905" cy="486427"/>
          </a:xfrm>
          <a:custGeom>
            <a:avLst/>
            <a:gdLst>
              <a:gd name="connsiteX0" fmla="*/ 0 w 1106905"/>
              <a:gd name="connsiteY0" fmla="*/ 360961 h 397582"/>
              <a:gd name="connsiteX1" fmla="*/ 110691 w 1106905"/>
              <a:gd name="connsiteY1" fmla="*/ 14 h 397582"/>
              <a:gd name="connsiteX2" fmla="*/ 206943 w 1106905"/>
              <a:gd name="connsiteY2" fmla="*/ 346523 h 397582"/>
              <a:gd name="connsiteX3" fmla="*/ 259882 w 1106905"/>
              <a:gd name="connsiteY3" fmla="*/ 255083 h 397582"/>
              <a:gd name="connsiteX4" fmla="*/ 283945 w 1106905"/>
              <a:gd name="connsiteY4" fmla="*/ 346523 h 397582"/>
              <a:gd name="connsiteX5" fmla="*/ 404261 w 1106905"/>
              <a:gd name="connsiteY5" fmla="*/ 4826 h 397582"/>
              <a:gd name="connsiteX6" fmla="*/ 490888 w 1106905"/>
              <a:gd name="connsiteY6" fmla="*/ 380212 h 397582"/>
              <a:gd name="connsiteX7" fmla="*/ 543827 w 1106905"/>
              <a:gd name="connsiteY7" fmla="*/ 279146 h 397582"/>
              <a:gd name="connsiteX8" fmla="*/ 591954 w 1106905"/>
              <a:gd name="connsiteY8" fmla="*/ 389837 h 397582"/>
              <a:gd name="connsiteX9" fmla="*/ 712269 w 1106905"/>
              <a:gd name="connsiteY9" fmla="*/ 19264 h 397582"/>
              <a:gd name="connsiteX10" fmla="*/ 822960 w 1106905"/>
              <a:gd name="connsiteY10" fmla="*/ 380212 h 397582"/>
              <a:gd name="connsiteX11" fmla="*/ 904775 w 1106905"/>
              <a:gd name="connsiteY11" fmla="*/ 269521 h 397582"/>
              <a:gd name="connsiteX12" fmla="*/ 967339 w 1106905"/>
              <a:gd name="connsiteY12" fmla="*/ 389837 h 397582"/>
              <a:gd name="connsiteX13" fmla="*/ 1106905 w 1106905"/>
              <a:gd name="connsiteY13" fmla="*/ 144393 h 397582"/>
              <a:gd name="connsiteX0" fmla="*/ 0 w 1106905"/>
              <a:gd name="connsiteY0" fmla="*/ 356212 h 392833"/>
              <a:gd name="connsiteX1" fmla="*/ 107516 w 1106905"/>
              <a:gd name="connsiteY1" fmla="*/ 11140 h 392833"/>
              <a:gd name="connsiteX2" fmla="*/ 206943 w 1106905"/>
              <a:gd name="connsiteY2" fmla="*/ 341774 h 392833"/>
              <a:gd name="connsiteX3" fmla="*/ 259882 w 1106905"/>
              <a:gd name="connsiteY3" fmla="*/ 250334 h 392833"/>
              <a:gd name="connsiteX4" fmla="*/ 283945 w 1106905"/>
              <a:gd name="connsiteY4" fmla="*/ 341774 h 392833"/>
              <a:gd name="connsiteX5" fmla="*/ 404261 w 1106905"/>
              <a:gd name="connsiteY5" fmla="*/ 77 h 392833"/>
              <a:gd name="connsiteX6" fmla="*/ 490888 w 1106905"/>
              <a:gd name="connsiteY6" fmla="*/ 375463 h 392833"/>
              <a:gd name="connsiteX7" fmla="*/ 543827 w 1106905"/>
              <a:gd name="connsiteY7" fmla="*/ 274397 h 392833"/>
              <a:gd name="connsiteX8" fmla="*/ 591954 w 1106905"/>
              <a:gd name="connsiteY8" fmla="*/ 385088 h 392833"/>
              <a:gd name="connsiteX9" fmla="*/ 712269 w 1106905"/>
              <a:gd name="connsiteY9" fmla="*/ 14515 h 392833"/>
              <a:gd name="connsiteX10" fmla="*/ 822960 w 1106905"/>
              <a:gd name="connsiteY10" fmla="*/ 375463 h 392833"/>
              <a:gd name="connsiteX11" fmla="*/ 904775 w 1106905"/>
              <a:gd name="connsiteY11" fmla="*/ 264772 h 392833"/>
              <a:gd name="connsiteX12" fmla="*/ 967339 w 1106905"/>
              <a:gd name="connsiteY12" fmla="*/ 385088 h 392833"/>
              <a:gd name="connsiteX13" fmla="*/ 1106905 w 1106905"/>
              <a:gd name="connsiteY13" fmla="*/ 139644 h 392833"/>
              <a:gd name="connsiteX0" fmla="*/ 0 w 1106905"/>
              <a:gd name="connsiteY0" fmla="*/ 356212 h 392833"/>
              <a:gd name="connsiteX1" fmla="*/ 107516 w 1106905"/>
              <a:gd name="connsiteY1" fmla="*/ 11140 h 392833"/>
              <a:gd name="connsiteX2" fmla="*/ 206943 w 1106905"/>
              <a:gd name="connsiteY2" fmla="*/ 341774 h 392833"/>
              <a:gd name="connsiteX3" fmla="*/ 247182 w 1106905"/>
              <a:gd name="connsiteY3" fmla="*/ 250334 h 392833"/>
              <a:gd name="connsiteX4" fmla="*/ 283945 w 1106905"/>
              <a:gd name="connsiteY4" fmla="*/ 341774 h 392833"/>
              <a:gd name="connsiteX5" fmla="*/ 404261 w 1106905"/>
              <a:gd name="connsiteY5" fmla="*/ 77 h 392833"/>
              <a:gd name="connsiteX6" fmla="*/ 490888 w 1106905"/>
              <a:gd name="connsiteY6" fmla="*/ 375463 h 392833"/>
              <a:gd name="connsiteX7" fmla="*/ 543827 w 1106905"/>
              <a:gd name="connsiteY7" fmla="*/ 274397 h 392833"/>
              <a:gd name="connsiteX8" fmla="*/ 591954 w 1106905"/>
              <a:gd name="connsiteY8" fmla="*/ 385088 h 392833"/>
              <a:gd name="connsiteX9" fmla="*/ 712269 w 1106905"/>
              <a:gd name="connsiteY9" fmla="*/ 14515 h 392833"/>
              <a:gd name="connsiteX10" fmla="*/ 822960 w 1106905"/>
              <a:gd name="connsiteY10" fmla="*/ 375463 h 392833"/>
              <a:gd name="connsiteX11" fmla="*/ 904775 w 1106905"/>
              <a:gd name="connsiteY11" fmla="*/ 264772 h 392833"/>
              <a:gd name="connsiteX12" fmla="*/ 967339 w 1106905"/>
              <a:gd name="connsiteY12" fmla="*/ 385088 h 392833"/>
              <a:gd name="connsiteX13" fmla="*/ 1106905 w 1106905"/>
              <a:gd name="connsiteY13" fmla="*/ 139644 h 392833"/>
              <a:gd name="connsiteX0" fmla="*/ 0 w 1106905"/>
              <a:gd name="connsiteY0" fmla="*/ 345087 h 381708"/>
              <a:gd name="connsiteX1" fmla="*/ 107516 w 1106905"/>
              <a:gd name="connsiteY1" fmla="*/ 15 h 381708"/>
              <a:gd name="connsiteX2" fmla="*/ 206943 w 1106905"/>
              <a:gd name="connsiteY2" fmla="*/ 330649 h 381708"/>
              <a:gd name="connsiteX3" fmla="*/ 247182 w 1106905"/>
              <a:gd name="connsiteY3" fmla="*/ 239209 h 381708"/>
              <a:gd name="connsiteX4" fmla="*/ 283945 w 1106905"/>
              <a:gd name="connsiteY4" fmla="*/ 330649 h 381708"/>
              <a:gd name="connsiteX5" fmla="*/ 416961 w 1106905"/>
              <a:gd name="connsiteY5" fmla="*/ 1652 h 381708"/>
              <a:gd name="connsiteX6" fmla="*/ 490888 w 1106905"/>
              <a:gd name="connsiteY6" fmla="*/ 364338 h 381708"/>
              <a:gd name="connsiteX7" fmla="*/ 543827 w 1106905"/>
              <a:gd name="connsiteY7" fmla="*/ 263272 h 381708"/>
              <a:gd name="connsiteX8" fmla="*/ 591954 w 1106905"/>
              <a:gd name="connsiteY8" fmla="*/ 373963 h 381708"/>
              <a:gd name="connsiteX9" fmla="*/ 712269 w 1106905"/>
              <a:gd name="connsiteY9" fmla="*/ 3390 h 381708"/>
              <a:gd name="connsiteX10" fmla="*/ 822960 w 1106905"/>
              <a:gd name="connsiteY10" fmla="*/ 364338 h 381708"/>
              <a:gd name="connsiteX11" fmla="*/ 904775 w 1106905"/>
              <a:gd name="connsiteY11" fmla="*/ 253647 h 381708"/>
              <a:gd name="connsiteX12" fmla="*/ 967339 w 1106905"/>
              <a:gd name="connsiteY12" fmla="*/ 373963 h 381708"/>
              <a:gd name="connsiteX13" fmla="*/ 1106905 w 1106905"/>
              <a:gd name="connsiteY13" fmla="*/ 128519 h 381708"/>
              <a:gd name="connsiteX0" fmla="*/ 0 w 1106905"/>
              <a:gd name="connsiteY0" fmla="*/ 345087 h 381708"/>
              <a:gd name="connsiteX1" fmla="*/ 107516 w 1106905"/>
              <a:gd name="connsiteY1" fmla="*/ 15 h 381708"/>
              <a:gd name="connsiteX2" fmla="*/ 206943 w 1106905"/>
              <a:gd name="connsiteY2" fmla="*/ 330649 h 381708"/>
              <a:gd name="connsiteX3" fmla="*/ 247182 w 1106905"/>
              <a:gd name="connsiteY3" fmla="*/ 239209 h 381708"/>
              <a:gd name="connsiteX4" fmla="*/ 283945 w 1106905"/>
              <a:gd name="connsiteY4" fmla="*/ 330649 h 381708"/>
              <a:gd name="connsiteX5" fmla="*/ 416961 w 1106905"/>
              <a:gd name="connsiteY5" fmla="*/ 1652 h 381708"/>
              <a:gd name="connsiteX6" fmla="*/ 490888 w 1106905"/>
              <a:gd name="connsiteY6" fmla="*/ 364338 h 381708"/>
              <a:gd name="connsiteX7" fmla="*/ 543827 w 1106905"/>
              <a:gd name="connsiteY7" fmla="*/ 263272 h 381708"/>
              <a:gd name="connsiteX8" fmla="*/ 591954 w 1106905"/>
              <a:gd name="connsiteY8" fmla="*/ 373963 h 381708"/>
              <a:gd name="connsiteX9" fmla="*/ 712269 w 1106905"/>
              <a:gd name="connsiteY9" fmla="*/ 3390 h 381708"/>
              <a:gd name="connsiteX10" fmla="*/ 822960 w 1106905"/>
              <a:gd name="connsiteY10" fmla="*/ 364338 h 381708"/>
              <a:gd name="connsiteX11" fmla="*/ 904775 w 1106905"/>
              <a:gd name="connsiteY11" fmla="*/ 253647 h 381708"/>
              <a:gd name="connsiteX12" fmla="*/ 967339 w 1106905"/>
              <a:gd name="connsiteY12" fmla="*/ 373963 h 381708"/>
              <a:gd name="connsiteX13" fmla="*/ 1106905 w 1106905"/>
              <a:gd name="connsiteY13" fmla="*/ 128519 h 381708"/>
              <a:gd name="connsiteX0" fmla="*/ 0 w 1106905"/>
              <a:gd name="connsiteY0" fmla="*/ 345087 h 380148"/>
              <a:gd name="connsiteX1" fmla="*/ 107516 w 1106905"/>
              <a:gd name="connsiteY1" fmla="*/ 15 h 380148"/>
              <a:gd name="connsiteX2" fmla="*/ 206943 w 1106905"/>
              <a:gd name="connsiteY2" fmla="*/ 330649 h 380148"/>
              <a:gd name="connsiteX3" fmla="*/ 247182 w 1106905"/>
              <a:gd name="connsiteY3" fmla="*/ 239209 h 380148"/>
              <a:gd name="connsiteX4" fmla="*/ 283945 w 1106905"/>
              <a:gd name="connsiteY4" fmla="*/ 330649 h 380148"/>
              <a:gd name="connsiteX5" fmla="*/ 416961 w 1106905"/>
              <a:gd name="connsiteY5" fmla="*/ 1652 h 380148"/>
              <a:gd name="connsiteX6" fmla="*/ 490888 w 1106905"/>
              <a:gd name="connsiteY6" fmla="*/ 364338 h 380148"/>
              <a:gd name="connsiteX7" fmla="*/ 540652 w 1106905"/>
              <a:gd name="connsiteY7" fmla="*/ 244222 h 380148"/>
              <a:gd name="connsiteX8" fmla="*/ 591954 w 1106905"/>
              <a:gd name="connsiteY8" fmla="*/ 373963 h 380148"/>
              <a:gd name="connsiteX9" fmla="*/ 712269 w 1106905"/>
              <a:gd name="connsiteY9" fmla="*/ 3390 h 380148"/>
              <a:gd name="connsiteX10" fmla="*/ 822960 w 1106905"/>
              <a:gd name="connsiteY10" fmla="*/ 364338 h 380148"/>
              <a:gd name="connsiteX11" fmla="*/ 904775 w 1106905"/>
              <a:gd name="connsiteY11" fmla="*/ 253647 h 380148"/>
              <a:gd name="connsiteX12" fmla="*/ 967339 w 1106905"/>
              <a:gd name="connsiteY12" fmla="*/ 373963 h 380148"/>
              <a:gd name="connsiteX13" fmla="*/ 1106905 w 1106905"/>
              <a:gd name="connsiteY13" fmla="*/ 128519 h 380148"/>
              <a:gd name="connsiteX0" fmla="*/ 0 w 1106905"/>
              <a:gd name="connsiteY0" fmla="*/ 345087 h 380148"/>
              <a:gd name="connsiteX1" fmla="*/ 107516 w 1106905"/>
              <a:gd name="connsiteY1" fmla="*/ 15 h 380148"/>
              <a:gd name="connsiteX2" fmla="*/ 206943 w 1106905"/>
              <a:gd name="connsiteY2" fmla="*/ 330649 h 380148"/>
              <a:gd name="connsiteX3" fmla="*/ 244007 w 1106905"/>
              <a:gd name="connsiteY3" fmla="*/ 191584 h 380148"/>
              <a:gd name="connsiteX4" fmla="*/ 283945 w 1106905"/>
              <a:gd name="connsiteY4" fmla="*/ 330649 h 380148"/>
              <a:gd name="connsiteX5" fmla="*/ 416961 w 1106905"/>
              <a:gd name="connsiteY5" fmla="*/ 1652 h 380148"/>
              <a:gd name="connsiteX6" fmla="*/ 490888 w 1106905"/>
              <a:gd name="connsiteY6" fmla="*/ 364338 h 380148"/>
              <a:gd name="connsiteX7" fmla="*/ 540652 w 1106905"/>
              <a:gd name="connsiteY7" fmla="*/ 244222 h 380148"/>
              <a:gd name="connsiteX8" fmla="*/ 591954 w 1106905"/>
              <a:gd name="connsiteY8" fmla="*/ 373963 h 380148"/>
              <a:gd name="connsiteX9" fmla="*/ 712269 w 1106905"/>
              <a:gd name="connsiteY9" fmla="*/ 3390 h 380148"/>
              <a:gd name="connsiteX10" fmla="*/ 822960 w 1106905"/>
              <a:gd name="connsiteY10" fmla="*/ 364338 h 380148"/>
              <a:gd name="connsiteX11" fmla="*/ 904775 w 1106905"/>
              <a:gd name="connsiteY11" fmla="*/ 253647 h 380148"/>
              <a:gd name="connsiteX12" fmla="*/ 967339 w 1106905"/>
              <a:gd name="connsiteY12" fmla="*/ 373963 h 380148"/>
              <a:gd name="connsiteX13" fmla="*/ 1106905 w 1106905"/>
              <a:gd name="connsiteY13" fmla="*/ 128519 h 380148"/>
              <a:gd name="connsiteX0" fmla="*/ 0 w 1106905"/>
              <a:gd name="connsiteY0" fmla="*/ 345087 h 380148"/>
              <a:gd name="connsiteX1" fmla="*/ 107516 w 1106905"/>
              <a:gd name="connsiteY1" fmla="*/ 15 h 380148"/>
              <a:gd name="connsiteX2" fmla="*/ 206943 w 1106905"/>
              <a:gd name="connsiteY2" fmla="*/ 330649 h 380148"/>
              <a:gd name="connsiteX3" fmla="*/ 244007 w 1106905"/>
              <a:gd name="connsiteY3" fmla="*/ 191584 h 380148"/>
              <a:gd name="connsiteX4" fmla="*/ 283945 w 1106905"/>
              <a:gd name="connsiteY4" fmla="*/ 330649 h 380148"/>
              <a:gd name="connsiteX5" fmla="*/ 410611 w 1106905"/>
              <a:gd name="connsiteY5" fmla="*/ 58802 h 380148"/>
              <a:gd name="connsiteX6" fmla="*/ 490888 w 1106905"/>
              <a:gd name="connsiteY6" fmla="*/ 364338 h 380148"/>
              <a:gd name="connsiteX7" fmla="*/ 540652 w 1106905"/>
              <a:gd name="connsiteY7" fmla="*/ 244222 h 380148"/>
              <a:gd name="connsiteX8" fmla="*/ 591954 w 1106905"/>
              <a:gd name="connsiteY8" fmla="*/ 373963 h 380148"/>
              <a:gd name="connsiteX9" fmla="*/ 712269 w 1106905"/>
              <a:gd name="connsiteY9" fmla="*/ 3390 h 380148"/>
              <a:gd name="connsiteX10" fmla="*/ 822960 w 1106905"/>
              <a:gd name="connsiteY10" fmla="*/ 364338 h 380148"/>
              <a:gd name="connsiteX11" fmla="*/ 904775 w 1106905"/>
              <a:gd name="connsiteY11" fmla="*/ 253647 h 380148"/>
              <a:gd name="connsiteX12" fmla="*/ 967339 w 1106905"/>
              <a:gd name="connsiteY12" fmla="*/ 373963 h 380148"/>
              <a:gd name="connsiteX13" fmla="*/ 1106905 w 1106905"/>
              <a:gd name="connsiteY13" fmla="*/ 128519 h 380148"/>
              <a:gd name="connsiteX0" fmla="*/ 0 w 1106905"/>
              <a:gd name="connsiteY0" fmla="*/ 446476 h 486427"/>
              <a:gd name="connsiteX1" fmla="*/ 107516 w 1106905"/>
              <a:gd name="connsiteY1" fmla="*/ 101404 h 486427"/>
              <a:gd name="connsiteX2" fmla="*/ 206943 w 1106905"/>
              <a:gd name="connsiteY2" fmla="*/ 432038 h 486427"/>
              <a:gd name="connsiteX3" fmla="*/ 244007 w 1106905"/>
              <a:gd name="connsiteY3" fmla="*/ 292973 h 486427"/>
              <a:gd name="connsiteX4" fmla="*/ 283945 w 1106905"/>
              <a:gd name="connsiteY4" fmla="*/ 432038 h 486427"/>
              <a:gd name="connsiteX5" fmla="*/ 410611 w 1106905"/>
              <a:gd name="connsiteY5" fmla="*/ 160191 h 486427"/>
              <a:gd name="connsiteX6" fmla="*/ 490888 w 1106905"/>
              <a:gd name="connsiteY6" fmla="*/ 465727 h 486427"/>
              <a:gd name="connsiteX7" fmla="*/ 540652 w 1106905"/>
              <a:gd name="connsiteY7" fmla="*/ 345611 h 486427"/>
              <a:gd name="connsiteX8" fmla="*/ 591954 w 1106905"/>
              <a:gd name="connsiteY8" fmla="*/ 475352 h 486427"/>
              <a:gd name="connsiteX9" fmla="*/ 718619 w 1106905"/>
              <a:gd name="connsiteY9" fmla="*/ 4 h 486427"/>
              <a:gd name="connsiteX10" fmla="*/ 822960 w 1106905"/>
              <a:gd name="connsiteY10" fmla="*/ 465727 h 486427"/>
              <a:gd name="connsiteX11" fmla="*/ 904775 w 1106905"/>
              <a:gd name="connsiteY11" fmla="*/ 355036 h 486427"/>
              <a:gd name="connsiteX12" fmla="*/ 967339 w 1106905"/>
              <a:gd name="connsiteY12" fmla="*/ 475352 h 486427"/>
              <a:gd name="connsiteX13" fmla="*/ 1106905 w 1106905"/>
              <a:gd name="connsiteY13" fmla="*/ 229908 h 486427"/>
              <a:gd name="connsiteX0" fmla="*/ 0 w 1106905"/>
              <a:gd name="connsiteY0" fmla="*/ 446476 h 486427"/>
              <a:gd name="connsiteX1" fmla="*/ 107516 w 1106905"/>
              <a:gd name="connsiteY1" fmla="*/ 101404 h 486427"/>
              <a:gd name="connsiteX2" fmla="*/ 206943 w 1106905"/>
              <a:gd name="connsiteY2" fmla="*/ 432038 h 486427"/>
              <a:gd name="connsiteX3" fmla="*/ 244007 w 1106905"/>
              <a:gd name="connsiteY3" fmla="*/ 292973 h 486427"/>
              <a:gd name="connsiteX4" fmla="*/ 283945 w 1106905"/>
              <a:gd name="connsiteY4" fmla="*/ 432038 h 486427"/>
              <a:gd name="connsiteX5" fmla="*/ 410611 w 1106905"/>
              <a:gd name="connsiteY5" fmla="*/ 160191 h 486427"/>
              <a:gd name="connsiteX6" fmla="*/ 490888 w 1106905"/>
              <a:gd name="connsiteY6" fmla="*/ 465727 h 486427"/>
              <a:gd name="connsiteX7" fmla="*/ 540652 w 1106905"/>
              <a:gd name="connsiteY7" fmla="*/ 345611 h 486427"/>
              <a:gd name="connsiteX8" fmla="*/ 591954 w 1106905"/>
              <a:gd name="connsiteY8" fmla="*/ 475352 h 486427"/>
              <a:gd name="connsiteX9" fmla="*/ 718619 w 1106905"/>
              <a:gd name="connsiteY9" fmla="*/ 4 h 486427"/>
              <a:gd name="connsiteX10" fmla="*/ 822960 w 1106905"/>
              <a:gd name="connsiteY10" fmla="*/ 465727 h 486427"/>
              <a:gd name="connsiteX11" fmla="*/ 898425 w 1106905"/>
              <a:gd name="connsiteY11" fmla="*/ 351861 h 486427"/>
              <a:gd name="connsiteX12" fmla="*/ 967339 w 1106905"/>
              <a:gd name="connsiteY12" fmla="*/ 475352 h 486427"/>
              <a:gd name="connsiteX13" fmla="*/ 1106905 w 1106905"/>
              <a:gd name="connsiteY13" fmla="*/ 229908 h 48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06905" h="486427">
                <a:moveTo>
                  <a:pt x="0" y="446476"/>
                </a:moveTo>
                <a:cubicBezTo>
                  <a:pt x="38100" y="267205"/>
                  <a:pt x="73026" y="103810"/>
                  <a:pt x="107516" y="101404"/>
                </a:cubicBezTo>
                <a:cubicBezTo>
                  <a:pt x="142006" y="98998"/>
                  <a:pt x="184195" y="400110"/>
                  <a:pt x="206943" y="432038"/>
                </a:cubicBezTo>
                <a:cubicBezTo>
                  <a:pt x="229691" y="463966"/>
                  <a:pt x="231173" y="292973"/>
                  <a:pt x="244007" y="292973"/>
                </a:cubicBezTo>
                <a:cubicBezTo>
                  <a:pt x="256841" y="292973"/>
                  <a:pt x="256178" y="454168"/>
                  <a:pt x="283945" y="432038"/>
                </a:cubicBezTo>
                <a:cubicBezTo>
                  <a:pt x="311712" y="409908"/>
                  <a:pt x="366596" y="164101"/>
                  <a:pt x="410611" y="160191"/>
                </a:cubicBezTo>
                <a:cubicBezTo>
                  <a:pt x="454626" y="156281"/>
                  <a:pt x="469215" y="434824"/>
                  <a:pt x="490888" y="465727"/>
                </a:cubicBezTo>
                <a:cubicBezTo>
                  <a:pt x="512562" y="496630"/>
                  <a:pt x="523808" y="344007"/>
                  <a:pt x="540652" y="345611"/>
                </a:cubicBezTo>
                <a:cubicBezTo>
                  <a:pt x="557496" y="347215"/>
                  <a:pt x="562293" y="532953"/>
                  <a:pt x="591954" y="475352"/>
                </a:cubicBezTo>
                <a:cubicBezTo>
                  <a:pt x="621615" y="417751"/>
                  <a:pt x="680118" y="1608"/>
                  <a:pt x="718619" y="4"/>
                </a:cubicBezTo>
                <a:cubicBezTo>
                  <a:pt x="757120" y="-1600"/>
                  <a:pt x="792992" y="407084"/>
                  <a:pt x="822960" y="465727"/>
                </a:cubicBezTo>
                <a:cubicBezTo>
                  <a:pt x="852928" y="524370"/>
                  <a:pt x="874362" y="350257"/>
                  <a:pt x="898425" y="351861"/>
                </a:cubicBezTo>
                <a:cubicBezTo>
                  <a:pt x="922488" y="353465"/>
                  <a:pt x="933651" y="496207"/>
                  <a:pt x="967339" y="475352"/>
                </a:cubicBezTo>
                <a:cubicBezTo>
                  <a:pt x="1001027" y="454497"/>
                  <a:pt x="1053966" y="342202"/>
                  <a:pt x="1106905" y="229908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A74A7C9E-A195-2429-D1CD-764697D695B7}"/>
              </a:ext>
            </a:extLst>
          </p:cNvPr>
          <p:cNvSpPr txBox="1"/>
          <p:nvPr/>
        </p:nvSpPr>
        <p:spPr>
          <a:xfrm>
            <a:off x="11684405" y="4374469"/>
            <a:ext cx="193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651" name="直线箭头连接符 256">
            <a:extLst>
              <a:ext uri="{FF2B5EF4-FFF2-40B4-BE49-F238E27FC236}">
                <a16:creationId xmlns:a16="http://schemas.microsoft.com/office/drawing/2014/main" id="{D04EA210-3AB7-D0D3-B64C-9F9DC85518F3}"/>
              </a:ext>
            </a:extLst>
          </p:cNvPr>
          <p:cNvCxnSpPr>
            <a:cxnSpLocks/>
          </p:cNvCxnSpPr>
          <p:nvPr/>
        </p:nvCxnSpPr>
        <p:spPr>
          <a:xfrm flipV="1">
            <a:off x="10745326" y="3969384"/>
            <a:ext cx="2548" cy="46644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直线箭头连接符 256">
            <a:extLst>
              <a:ext uri="{FF2B5EF4-FFF2-40B4-BE49-F238E27FC236}">
                <a16:creationId xmlns:a16="http://schemas.microsoft.com/office/drawing/2014/main" id="{E8697479-3C06-C0F8-4BA3-CBC5EB84547E}"/>
              </a:ext>
            </a:extLst>
          </p:cNvPr>
          <p:cNvCxnSpPr>
            <a:cxnSpLocks/>
          </p:cNvCxnSpPr>
          <p:nvPr/>
        </p:nvCxnSpPr>
        <p:spPr>
          <a:xfrm flipH="1" flipV="1">
            <a:off x="11050252" y="4028171"/>
            <a:ext cx="2200" cy="4022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直线箭头连接符 256">
            <a:extLst>
              <a:ext uri="{FF2B5EF4-FFF2-40B4-BE49-F238E27FC236}">
                <a16:creationId xmlns:a16="http://schemas.microsoft.com/office/drawing/2014/main" id="{D125CE39-CE27-4B79-697C-CE80853ECEC4}"/>
              </a:ext>
            </a:extLst>
          </p:cNvPr>
          <p:cNvCxnSpPr>
            <a:cxnSpLocks/>
            <a:endCxn id="657" idx="9"/>
          </p:cNvCxnSpPr>
          <p:nvPr/>
        </p:nvCxnSpPr>
        <p:spPr>
          <a:xfrm flipV="1">
            <a:off x="11352314" y="3867984"/>
            <a:ext cx="10140" cy="56933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0" name="直线箭头连接符 256">
            <a:extLst>
              <a:ext uri="{FF2B5EF4-FFF2-40B4-BE49-F238E27FC236}">
                <a16:creationId xmlns:a16="http://schemas.microsoft.com/office/drawing/2014/main" id="{1D0DDC0D-7523-160B-88BD-5A8643C7FDA2}"/>
              </a:ext>
            </a:extLst>
          </p:cNvPr>
          <p:cNvCxnSpPr>
            <a:cxnSpLocks/>
          </p:cNvCxnSpPr>
          <p:nvPr/>
        </p:nvCxnSpPr>
        <p:spPr>
          <a:xfrm>
            <a:off x="10675445" y="4438800"/>
            <a:ext cx="1116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箭头连接符 256">
            <a:extLst>
              <a:ext uri="{FF2B5EF4-FFF2-40B4-BE49-F238E27FC236}">
                <a16:creationId xmlns:a16="http://schemas.microsoft.com/office/drawing/2014/main" id="{78BD8F01-7597-C67D-D648-5166689D1D9C}"/>
              </a:ext>
            </a:extLst>
          </p:cNvPr>
          <p:cNvCxnSpPr>
            <a:cxnSpLocks/>
          </p:cNvCxnSpPr>
          <p:nvPr/>
        </p:nvCxnSpPr>
        <p:spPr>
          <a:xfrm>
            <a:off x="5560665" y="5185497"/>
            <a:ext cx="432105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12EBD7-074A-1480-E509-D099B718E6B9}"/>
              </a:ext>
            </a:extLst>
          </p:cNvPr>
          <p:cNvSpPr txBox="1"/>
          <p:nvPr/>
        </p:nvSpPr>
        <p:spPr>
          <a:xfrm>
            <a:off x="3183704" y="5860922"/>
            <a:ext cx="222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High-SNR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Signals</a:t>
            </a:r>
          </a:p>
        </p:txBody>
      </p:sp>
    </p:spTree>
    <p:extLst>
      <p:ext uri="{BB962C8B-B14F-4D97-AF65-F5344CB8AC3E}">
        <p14:creationId xmlns:p14="http://schemas.microsoft.com/office/powerpoint/2010/main" val="220567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72321</TotalTime>
  <Words>30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349</cp:revision>
  <cp:lastPrinted>2021-09-11T15:09:31Z</cp:lastPrinted>
  <dcterms:created xsi:type="dcterms:W3CDTF">2021-09-09T10:17:34Z</dcterms:created>
  <dcterms:modified xsi:type="dcterms:W3CDTF">2025-05-09T08:58:57Z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